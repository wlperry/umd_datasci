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4.5)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 04)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 — the gap between guess and answer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s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the residuals-vs-fitted plot, and the QQ plot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the residual and QQ/Shapiro assumptions).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s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the line fits well, what should the residuals-vs-fitted plot look like — a random flat cloud, a curve, or a funnel? Predict, then look.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regressions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regressions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check the residual plot and the QQ/Shapiro test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Applying the calibration: predicting and comparing leaf area between sides</a:t>
            </a:r>
          </a:p>
          <a:p>
            <a:pPr lvl="0"/>
            <a:r>
              <a:rPr/>
              <a:t>Revisiting the t-test on </a:t>
            </a:r>
            <a:r>
              <a:rPr i="1"/>
              <a:t>predicted area</a:t>
            </a:r>
            <a:r>
              <a:rPr/>
              <a:t> (cm²) rather than raw weight (g)</a:t>
            </a:r>
          </a:p>
          <a:p>
            <a:pPr lvl="0"/>
            <a:r>
              <a:rPr/>
              <a:t>Discussion: which measurement is more biologically meaningful?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Linear Regression</dc:title>
  <dc:creator>Bill Perry</dc:creator>
  <cp:keywords/>
  <dc:description>How to do regressions and test assumptions and interpret and calculate.</dc:description>
  <dcterms:created xsi:type="dcterms:W3CDTF">2026-07-04T21:14:08Z</dcterms:created>
  <dcterms:modified xsi:type="dcterms:W3CDTF">2026-07-04T21:14:08Z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2026-07-04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Predicting leaf area from paper tracing mass (Whitlock &amp; Schluter Ch. 17)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