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4.5)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 04)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s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the residuals-vs-fitted plot, and the QQ plot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the residual and QQ/Shapiro assumptions).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s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the line fits well, what should the residuals-vs-fitted plot look like — a random flat cloud, a curve, or a funnel? Predict, then look.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s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s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check the residual plot and the QQ/Shapiro test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:description>How to do regressions and test assumptions and interpret and calculate.</dc:description>
  <dcterms:created xsi:type="dcterms:W3CDTF">2026-07-04T20:41:45Z</dcterms:created>
  <dcterms:modified xsi:type="dcterms:W3CDTF">2026-07-04T20:41:45Z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