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30400"/>
            <a:ext cx="4038600" cy="201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2026-05-03T23:28:41Z</dcterms:created>
  <dcterms:modified xsi:type="dcterms:W3CDTF">2026-05-03T23:28:41Z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knitr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