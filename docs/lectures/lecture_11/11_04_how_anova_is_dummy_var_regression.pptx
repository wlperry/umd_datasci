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an ANOVA IS A REGRESSION WIHT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458680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8670672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392356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114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138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29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11_04_how_anova_is_dummy_var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2456501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11_04_how_anova_is_dummy_var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11_04_how_anova_is_dummy_var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6875268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39058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664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an ANOVA IS A REGRESSION WIHT DUMMY VARIABLES</dc:title>
  <dc:creator>Bill Perry</dc:creator>
  <cp:keywords/>
  <dcterms:created xsi:type="dcterms:W3CDTF">2026-05-06T17:47:33Z</dcterms:created>
  <dcterms:modified xsi:type="dcterms:W3CDTF">2026-05-06T17:47:33Z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