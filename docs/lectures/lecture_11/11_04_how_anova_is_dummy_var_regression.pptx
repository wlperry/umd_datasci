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5092621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4617919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3900594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9980291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2026-05-06T00:48:08Z</dcterms:created>
  <dcterms:modified xsi:type="dcterms:W3CDTF">2026-05-06T00:48:08Z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