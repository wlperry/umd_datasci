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68896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394019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665747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507685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2026-05-04T01:40:12Z</dcterms:created>
  <dcterms:modified xsi:type="dcterms:W3CDTF">2026-05-04T01:40:12Z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