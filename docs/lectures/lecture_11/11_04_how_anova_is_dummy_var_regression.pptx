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8781863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9537357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39235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11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38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29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2396099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7707537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39058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2026-05-04T15:09:13Z</dcterms:created>
  <dcterms:modified xsi:type="dcterms:W3CDTF">2026-05-04T15:09:13Z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