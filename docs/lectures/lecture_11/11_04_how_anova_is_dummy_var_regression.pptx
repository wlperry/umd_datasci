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6557860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1188481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653302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3176086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2026-05-19T02:31:33Z</dcterms:created>
  <dcterms:modified xsi:type="dcterms:W3CDTF">2026-05-19T02:31:33Z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