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acc>
                          <m:accPr>
                            <m:chr m:val="‾"/>
                          </m:accPr>
                          <m:e>
                            <m:r>
                              <m:t>Y</m:t>
                            </m:r>
                          </m:e>
                        </m:acc>
                      </m:e>
                      <m:sub>
                        <m:r>
                          <m:t>i</m:t>
                        </m:r>
                      </m:sub>
                    </m:sSub>
                    <m:r>
                      <m:rPr>
                        <m:sty m:val="p"/>
                      </m:rPr>
                      <m:t>−</m:t>
                    </m:r>
                    <m:acc>
                      <m:accPr>
                        <m:chr m:val="‾"/>
                      </m:accPr>
                      <m:e>
                        <m:r>
                          <m:t>Y</m:t>
                        </m:r>
                      </m:e>
                    </m:acc>
                    <m:sSup>
                      <m:e>
                        <m:r>
                          <m:rPr>
                            <m:sty m:val="p"/>
                          </m:rPr>
                          <m:t>)</m:t>
                        </m:r>
                      </m:e>
                      <m:sup>
                        <m:r>
                          <m:t>2</m:t>
                        </m:r>
                      </m:sup>
                    </m:sSup>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11_01_lecture_powerpoint_files/figure-pptx/unnamed-chunk-13-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816100"/>
            <a:ext cx="4432300" cy="22098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2197100"/>
            <a:ext cx="4038600" cy="1473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2026-05-05T14:08:38Z</dcterms:created>
  <dcterms:modified xsi:type="dcterms:W3CDTF">2026-05-05T14:08:38Z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