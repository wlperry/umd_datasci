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Companion to Applied Regression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Shady mean: </a:t>
            </a:r>
            <a:r>
              <a:rPr b="1"/>
              <a:t>7.80 g</a:t>
            </a:r>
          </a:p>
          <a:p>
            <a:pPr lvl="0"/>
            <a:r>
              <a:rPr/>
              <a:t>Sunny mean: </a:t>
            </a:r>
            <a:r>
              <a:rPr b="1"/>
              <a:t>3.80 g</a:t>
            </a:r>
          </a:p>
          <a:p>
            <a:pPr lvl="0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 indent="0" marL="0">
              <a:buNone/>
            </a:pPr>
            <a:r>
              <a:rPr b="1"/>
              <a:t>But is that gap real, or could it just be sampling noise?</a:t>
            </a:r>
          </a:p>
          <a:p>
            <a:pPr lvl="0" indent="0" marL="0">
              <a:buNone/>
            </a:pPr>
            <a:r>
              <a:rPr/>
              <a:t>With only n = 10 per group, random chance could produce apparent differences. 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04_lecture_powerpoint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04_lecture_powerpoint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04_lecture_powerpoint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04_lecture_powerpoint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     =</a:t>
            </a:r>
            <a:r>
              <a:rPr>
                <a:solidFill>
                  <a:srgbClr val="003B4F"/>
                </a:solidFill>
                <a:latin typeface="Courier"/>
              </a:rPr>
              <a:t> mean,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04_lecture_powerpoint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t_val,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terms:created xsi:type="dcterms:W3CDTF">2026-06-28T23:57:04Z</dcterms:created>
  <dcterms:modified xsi:type="dcterms:W3CDTF">2026-06-28T23:57:04Z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2026-06-28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The two-sample Welch’s t-test from assumptions to results</vt:lpwstr>
  </property>
  <property fmtid="{D5CDD505-2E9C-101B-9397-08002B2CF9AE}" pid="13" name="toc-title">
    <vt:lpwstr>Table of contents</vt:lpwstr>
  </property>
</Properties>
</file>