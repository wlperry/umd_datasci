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 
## Model     1   32.602 0.10636 5.7128  0.001 ***
## Residual 48  273.930 0.89364                  
## Total    49  306.532 1.00000                  
## ---
## Signif. codes:  0 '***' 0.001 '**' 0.01 '*' 0.05 '.' 0.1 ' ' 1
## 
## $TJH_vs_LEH
##          Df SumOfSqs      R2      F Pr(&gt;F)   
## Model     1    47.72 0.10517 5.6414  0.005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0.022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0.108 0.006 -    
## TJH 0.024 0.006 0.018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2026-05-04T01:39:56Z</dcterms:created>
  <dcterms:modified xsi:type="dcterms:W3CDTF">2026-05-04T01:39:56Z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