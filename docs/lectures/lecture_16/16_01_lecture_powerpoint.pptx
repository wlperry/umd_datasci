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01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01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16100"/>
            <a:ext cx="44323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01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01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01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01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01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01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01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01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01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01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16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
## Model     1   32.602 0.10636 5.7128  0.002 **
## Residual 48  273.930 0.89364                 
## Total    49  306.532 1.00000                 
## ---
## Signif. codes:  0 '***' 0.001 '**' 0.01 '*' 0.05 '.' 0.1 ' ' 1
## 
## $TJH_vs_LEH
##          Df SumOfSqs      R2      F Pr(&gt;F)   
## Model     1    47.72 0.10517 5.6414  0.002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0.021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0.090 0.006 -    
## TJH 0.006 0.006 0.012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2026-05-06T00:47:55Z</dcterms:created>
  <dcterms:modified xsi:type="dcterms:W3CDTF">2026-05-06T00:47:55Z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