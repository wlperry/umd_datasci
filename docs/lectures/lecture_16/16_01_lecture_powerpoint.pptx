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0.003 **
## Residual 48  273.930 0.89364                 
## Total    49  306.532 1.00000                 
## ---
## Signif. codes:  0 '***' 0.001 '**' 0.01 '*' 0.05 '.' 0.1 ' ' 1
## 
## $TJH_vs_LEH
##          Df SumOfSqs      R2      F Pr(&gt;F)    
## Model     1    47.72 0.10517 5.6414  0.001 ***
## Residual 48   406.06 0.89483                  
## Total    49   453.78 1.00000 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0.014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0.144 0.006 -    
## TJH 0.006 0.006 0.018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2026-05-03T14:46:58Z</dcterms:created>
  <dcterms:modified xsi:type="dcterms:W3CDTF">2026-05-03T14:46:58Z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pen-graph">
    <vt:lpwstr>True</vt:lpwstr>
  </property>
  <property fmtid="{D5CDD505-2E9C-101B-9397-08002B2CF9AE}" pid="13" name="page-footer">
    <vt:lpwstr/>
  </property>
  <property fmtid="{D5CDD505-2E9C-101B-9397-08002B2CF9AE}" pid="14" name="sidebar">
    <vt:lpwstr/>
  </property>
  <property fmtid="{D5CDD505-2E9C-101B-9397-08002B2CF9AE}" pid="15" name="subtitle">
    <vt:lpwstr>Understanding Multivariate Data with Darlingtonia californica</vt:lpwstr>
  </property>
  <property fmtid="{D5CDD505-2E9C-101B-9397-08002B2CF9AE}" pid="16" name="toc-title">
    <vt:lpwstr>Table of contents</vt:lpwstr>
  </property>
</Properties>
</file>