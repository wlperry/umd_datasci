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0.002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0.019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0.102 0.006 -    
## TJH 0.012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2026-05-19T02:31:21Z</dcterms:created>
  <dcterms:modified xsi:type="dcterms:W3CDTF">2026-05-19T02:31:21Z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