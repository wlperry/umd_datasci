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76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4" Type="http://schemas.openxmlformats.org/officeDocument/2006/relationships/viewProps" Target="viewProps.xml" /><Relationship Id="rId3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6" Type="http://schemas.openxmlformats.org/officeDocument/2006/relationships/tableStyles" Target="tableStyles.xml" /><Relationship Id="rId5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514350" indent="-284163">
              <a:spcBef>
                <a:spcPts val="0"/>
              </a:spcBef>
              <a:tabLst/>
              <a:defRPr sz="1600"/>
            </a:lvl2pPr>
            <a:lvl3pPr marL="692150" indent="-177800">
              <a:spcBef>
                <a:spcPts val="0"/>
              </a:spcBef>
              <a:tabLst/>
              <a:defRPr sz="1400"/>
            </a:lvl3pPr>
            <a:lvl4pPr marL="914400" indent="-222250">
              <a:spcBef>
                <a:spcPts val="0"/>
              </a:spcBef>
              <a:tabLst/>
              <a:defRPr sz="1400"/>
            </a:lvl4pPr>
            <a:lvl5pPr marL="1146175" indent="-231775">
              <a:spcBef>
                <a:spcPts val="0"/>
              </a:spcBef>
              <a:tabLst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>
            <a:lvl1pPr algn="l">
              <a:defRPr b="0">
                <a:solidFill>
                  <a:srgbClr val="FDCC3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0" y="662663"/>
            <a:ext cx="6010759" cy="4480837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460375" indent="-230188">
              <a:tabLst/>
              <a:defRPr sz="1600"/>
            </a:lvl2pPr>
            <a:lvl3pPr marL="630238" indent="-169863">
              <a:tabLst/>
              <a:defRPr sz="1400"/>
            </a:lvl3pPr>
            <a:lvl4pPr marL="914400" indent="-284163">
              <a:tabLst/>
              <a:defRPr sz="1400"/>
            </a:lvl4pPr>
            <a:lvl5pPr marL="1146175" indent="-231775">
              <a:tabLst/>
              <a:defRPr sz="14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9580" y="662664"/>
            <a:ext cx="2790986" cy="4480836"/>
          </a:xfrm>
        </p:spPr>
        <p:txBody>
          <a:bodyPr>
            <a:normAutofit/>
          </a:bodyPr>
          <a:lstStyle>
            <a:lvl1pPr marL="342900" indent="-34290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57600" y="960804"/>
            <a:ext cx="5238426" cy="38064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70121D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DCC3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b="0"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6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6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Principal Component Analysis (PCA)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Understanding Multivariate Data with </a:t>
            </a:r>
            <a:r>
              <a:rPr i="1"/>
              <a:t>Darlingtonia californica</a:t>
            </a:r>
            <a:br/>
            <a:br/>
            <a:r>
              <a:rPr/>
              <a:t>Bill Perry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Principal Component Analysis (PCA)</dc:title>
  <dc:creator>Bill Perry</dc:creator>
  <cp:keywords/>
  <dcterms:created xsi:type="dcterms:W3CDTF">2026-06-27T00:47:51Z</dcterms:created>
  <dcterms:modified xsi:type="dcterms:W3CDTF">2026-06-27T00:47:51Z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engines">
    <vt:lpwstr/>
  </property>
  <property fmtid="{D5CDD505-2E9C-101B-9397-08002B2CF9AE}" pid="6" name="execute">
    <vt:lpwstr/>
  </property>
  <property fmtid="{D5CDD505-2E9C-101B-9397-08002B2CF9AE}" pid="7" name="header-includes">
    <vt:lpwstr/>
  </property>
  <property fmtid="{D5CDD505-2E9C-101B-9397-08002B2CF9AE}" pid="8" name="include-after">
    <vt:lpwstr/>
  </property>
  <property fmtid="{D5CDD505-2E9C-101B-9397-08002B2CF9AE}" pid="9" name="include-before">
    <vt:lpwstr/>
  </property>
  <property fmtid="{D5CDD505-2E9C-101B-9397-08002B2CF9AE}" pid="10" name="knitr">
    <vt:lpwstr/>
  </property>
  <property fmtid="{D5CDD505-2E9C-101B-9397-08002B2CF9AE}" pid="11" name="labels">
    <vt:lpwstr/>
  </property>
  <property fmtid="{D5CDD505-2E9C-101B-9397-08002B2CF9AE}" pid="12" name="subtitle">
    <vt:lpwstr>Understanding Multivariate Data with Darlingtonia californica</vt:lpwstr>
  </property>
  <property fmtid="{D5CDD505-2E9C-101B-9397-08002B2CF9AE}" pid="13" name="toc-title">
    <vt:lpwstr>Table of contents</vt:lpwstr>
  </property>
</Properties>
</file>