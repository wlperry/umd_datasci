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Principal Component Analysis (PCA)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Understanding Multivariate Data with </a:t>
            </a:r>
            <a:r>
              <a:rPr i="1"/>
              <a:t>Darlingtonia californica</a:t>
            </a:r>
            <a:br/>
            <a:br/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Principal Component Analysis (PCA)</dc:title>
  <dc:creator>Bill Perry</dc:creator>
  <cp:keywords/>
  <dcterms:created xsi:type="dcterms:W3CDTF">2026-06-30T18:35:55Z</dcterms:created>
  <dcterms:modified xsi:type="dcterms:W3CDTF">2026-06-30T18:35:55Z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execute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knitr">
    <vt:lpwstr/>
  </property>
  <property fmtid="{D5CDD505-2E9C-101B-9397-08002B2CF9AE}" pid="11" name="labels">
    <vt:lpwstr/>
  </property>
  <property fmtid="{D5CDD505-2E9C-101B-9397-08002B2CF9AE}" pid="12" name="subtitle">
    <vt:lpwstr>Understanding Multivariate Data with Darlingtonia californica</vt:lpwstr>
  </property>
  <property fmtid="{D5CDD505-2E9C-101B-9397-08002B2CF9AE}" pid="13" name="toc-title">
    <vt:lpwstr>Table of contents</vt:lpwstr>
  </property>
</Properties>
</file>