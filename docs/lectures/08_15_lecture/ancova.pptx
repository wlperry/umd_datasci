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2026-07-04T21:14:23Z</dcterms:created>
  <dcterms:modified xsi:type="dcterms:W3CDTF">2026-07-04T21:14:23Z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15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8</vt:lpwstr>
  </property>
</Properties>
</file>