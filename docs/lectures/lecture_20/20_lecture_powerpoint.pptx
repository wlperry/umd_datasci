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20 -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20 - To Be Determined</dc:title>
  <dc:creator>Bill Perry</dc:creator>
  <cp:keywords/>
  <dcterms:created xsi:type="dcterms:W3CDTF">2026-06-26T21:25:53Z</dcterms:created>
  <dcterms:modified xsi:type="dcterms:W3CDTF">2026-06-26T21:25:53Z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