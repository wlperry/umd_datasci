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4.5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Welch’s t-test</a:t>
            </a:r>
            <a:r>
              <a:rPr/>
              <a:t> — shady leaves significantly heavier than sunny</a:t>
            </a:r>
          </a:p>
          <a:p>
            <a:pPr lvl="0"/>
            <a:r>
              <a:rPr b="1"/>
              <a:t>Figures</a:t>
            </a:r>
            <a:r>
              <a:rPr/>
              <a:t> — boxplots and mean ± SE, saved as PNG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now have a complete analysis and a real result. Today we turn that pile of code into a </a:t>
            </a:r>
            <a:r>
              <a:rPr sz="2000" b="1"/>
              <a:t>report a human can read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press Render. Done.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308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br/>
            <a:r>
              <a:rPr>
                <a:solidFill>
                  <a:srgbClr val="003B4F"/>
                </a:solidFill>
                <a:latin typeface="Courier"/>
              </a:rPr>
              <a:t>::: {.cell}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```{.r .cell-code}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::: {.cell-output .cell-output-stdout}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r>
              <a:rPr>
                <a:solidFill>
                  <a:srgbClr val="5E5E5E"/>
                </a:solidFill>
                <a:latin typeface="Courier"/>
              </a:rPr>
              <a:t>[1] 4.75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br/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br/>
            <a:r>
              <a:rPr>
                <a:solidFill>
                  <a:srgbClr val="003B4F"/>
                </a:solidFill>
                <a:latin typeface="Courier"/>
              </a:rPr>
              <a:t>::: {.cell}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```{.r .cell-code}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br/>
            <a:r>
              <a:rPr>
                <a:solidFill>
                  <a:srgbClr val="003B4F"/>
                </a:solidFill>
                <a:latin typeface="Courier"/>
              </a:rPr>
              <a:t>::: {.cell}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:::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the magic of Quarto: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, automatically.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04 t-test,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itself.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4.5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2026-07-02T22:42:34Z</dcterms:created>
  <dcterms:modified xsi:type="dcterms:W3CDTF">2026-07-02T22:42:34Z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Why Quarto? Code chunks, Markdown, and a professional Word document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3</vt:lpwstr>
  </property>
</Properties>
</file>