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4.5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 {.cell-output .cell-output-stdout}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[1] 4.75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4.5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2026-07-02T22:04:03Z</dcterms:created>
  <dcterms:modified xsi:type="dcterms:W3CDTF">2026-07-02T22:04:03Z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