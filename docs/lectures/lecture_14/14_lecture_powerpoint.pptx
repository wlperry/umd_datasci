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14 - Generalized Linear Models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14 - Generalized Linear Models</dc:title>
  <dc:creator>Bill Perry</dc:creator>
  <cp:keywords/>
  <dcterms:created xsi:type="dcterms:W3CDTF">2026-06-28T23:54:29Z</dcterms:created>
  <dcterms:modified xsi:type="dcterms:W3CDTF">2026-06-28T23:54:29Z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