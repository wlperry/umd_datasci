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98500"/>
            <a:ext cx="4406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40005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4699000" y="660400"/>
            <a:ext cx="40005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660400"/>
            <a:ext cx="40005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763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38200"/>
            <a:ext cx="4406900" cy="344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787400"/>
            <a:ext cx="4406900" cy="355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98500"/>
            <a:ext cx="4406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763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876300"/>
            <a:ext cx="4406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2026-06-28T18:37:55Z</dcterms:created>
  <dcterms:modified xsi:type="dcterms:W3CDTF">2026-06-28T18:37:55Z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