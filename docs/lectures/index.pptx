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lecture below pulls its title, topic, and description straight from the </a:t>
            </a:r>
            <a:r>
              <a:rPr>
                <a:latin typeface="Courier"/>
              </a:rPr>
              <a:t>.qmd</a:t>
            </a:r>
            <a:r>
              <a:rPr/>
              <a:t> file’s YAML frontmatter — nothing here is hand-typed. To add a new lecture, drop a folder in and give the file </a:t>
            </a:r>
            <a:r>
              <a:rPr>
                <a:latin typeface="Courier"/>
              </a:rPr>
              <a:t>order</a:t>
            </a:r>
            <a:r>
              <a:rPr/>
              <a:t>, </a:t>
            </a:r>
            <a:r>
              <a:rPr>
                <a:latin typeface="Courier"/>
              </a:rPr>
              <a:t>week</a:t>
            </a:r>
            <a:r>
              <a:rPr/>
              <a:t>, and </a:t>
            </a:r>
            <a:r>
              <a:rPr>
                <a:latin typeface="Courier"/>
              </a:rPr>
              <a:t>description</a:t>
            </a:r>
            <a:r>
              <a:rPr/>
              <a:t> fields (see </a:t>
            </a:r>
            <a:r>
              <a:rPr>
                <a:latin typeface="Courier"/>
              </a:rPr>
              <a:t>example_lecture.qmd</a:t>
            </a:r>
            <a:r>
              <a:rPr/>
              <a:t>). To reorder lectures, change the </a:t>
            </a:r>
            <a:r>
              <a:rPr>
                <a:latin typeface="Courier"/>
              </a:rPr>
              <a:t>order:</a:t>
            </a:r>
            <a:r>
              <a:rPr/>
              <a:t> number in the file — you never need to rename folders, files, or touch this page.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Lectures</dc:title>
  <dc:creator>Bill Perry</dc:creator>
  <cp:keywords/>
  <dcterms:created xsi:type="dcterms:W3CDTF">2026-07-02T16:41:33Z</dcterms:created>
  <dcterms:modified xsi:type="dcterms:W3CDTF">2026-07-02T16:41:33Z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listing">
    <vt:lpwstr/>
  </property>
  <property fmtid="{D5CDD505-2E9C-101B-9397-08002B2CF9AE}" pid="11" name="page-layout">
    <vt:lpwstr>full</vt:lpwstr>
  </property>
  <property fmtid="{D5CDD505-2E9C-101B-9397-08002B2CF9AE}" pid="12" name="resources">
    <vt:lpwstr/>
  </property>
  <property fmtid="{D5CDD505-2E9C-101B-9397-08002B2CF9AE}" pid="13" name="title-block-banner">
    <vt:lpwstr>True</vt:lpwstr>
  </property>
  <property fmtid="{D5CDD505-2E9C-101B-9397-08002B2CF9AE}" pid="14" name="toc-title">
    <vt:lpwstr>Table of contents</vt:lpwstr>
  </property>
</Properties>
</file>