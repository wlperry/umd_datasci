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your brain to </a:t>
            </a:r>
            <a:r>
              <a:rPr sz="2000" i="1"/>
              <a:t>retrieve</a:t>
            </a:r>
            <a:r>
              <a:rPr sz="2000"/>
              <a:t> what it knows — the gap between guess and answer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the finger-memory and error-spotting that copy-paste skips.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a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Download &amp; Explore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GSOD data comes from, downloading it with </a:t>
            </a:r>
            <a:r>
              <a:rPr>
                <a:latin typeface="Courier"/>
              </a:rPr>
              <a:t>get_GSOD()</a:t>
            </a:r>
            <a:r>
              <a:rPr/>
              <a:t>, trimming columns, and plotting the raw daily record.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(download, trim, and raw-plot the Duluth data).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NOAA’s column names are UPPERCASE. I’ll forget that: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TEMP, but I type temp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`select()`:
! Can't select columns that don't exist.
✖ Column `temp` doesn't exist.</a:t>
            </a:r>
          </a:p>
          <a:p>
            <a:pPr lvl="0" indent="0" marL="0">
              <a:buNone/>
            </a:pPr>
            <a:r>
              <a:rPr/>
              <a:t>The fix — match the exact case: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   </a:t>
            </a:r>
            <a:r>
              <a:rPr>
                <a:solidFill>
                  <a:srgbClr val="5E5E5E"/>
                </a:solidFill>
                <a:latin typeface="Courier"/>
              </a:rPr>
              <a:t># names(dlh_temp_df) shows the real names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 is </a:t>
            </a:r>
            <a:r>
              <a:rPr sz="2000" b="1"/>
              <a:t>case-sensitive</a:t>
            </a:r>
            <a:r>
              <a:rPr sz="2000"/>
              <a:t> — </a:t>
            </a:r>
            <a:r>
              <a:rPr sz="2000">
                <a:latin typeface="Courier"/>
              </a:rPr>
              <a:t>temp</a:t>
            </a:r>
            <a:r>
              <a:rPr sz="2000"/>
              <a:t> ≠ </a:t>
            </a:r>
            <a:r>
              <a:rPr sz="2000">
                <a:latin typeface="Courier"/>
              </a:rPr>
              <a:t>TEMP</a:t>
            </a:r>
            <a:r>
              <a:rPr sz="2000"/>
              <a:t>. When a column “doesn’t exist,” run </a:t>
            </a:r>
            <a:r>
              <a:rPr sz="2000">
                <a:latin typeface="Courier"/>
              </a:rPr>
              <a:t>names(df)</a:t>
            </a:r>
            <a:r>
              <a:rPr sz="2000"/>
              <a:t> and check capitalization. Downloaded data rarely uses the names you’d guess.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plots ~28,000 daily points. Before you see it — will a long-term </a:t>
            </a:r>
            <a:r>
              <a:rPr sz="2000" i="1"/>
              <a:t>warming</a:t>
            </a:r>
            <a:r>
              <a:rPr sz="2000"/>
              <a:t> trend be visible, or will something else dominate the picture?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data_r_download_summariz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the Duluth record with </a:t>
            </a:r>
            <a:r>
              <a:rPr>
                <a:latin typeface="Courier"/>
              </a:rPr>
              <a:t>get_GSOD()</a:t>
            </a:r>
            <a:r>
              <a:rPr/>
              <a:t>, trim to the columns you need, and plot the raw daily temperatures. Predict what the raw plot will look like before you run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Summarize to Reveal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summarizing helps, and </a:t>
            </a:r>
            <a:r>
              <a:rPr>
                <a:latin typeface="Courier"/>
              </a:rPr>
              <a:t>group_by() %&gt;% summarize()</a:t>
            </a:r>
            <a:r>
              <a:rPr/>
              <a:t> at the monthly and yearly levels — watching the story get clearer.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(summarize by month, then by year).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data_r_download_summariz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data_r_download_summariz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daily data to monthly and yearly means, and plot each. Predict how many rows each summary has, and what trend appears,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Model the Rate of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reusing </a:t>
            </a:r>
            <a:r>
              <a:rPr>
                <a:latin typeface="Courier"/>
              </a:rPr>
              <a:t>lm(TEMP ~ YEAR)</a:t>
            </a:r>
            <a:r>
              <a:rPr/>
              <a:t> to estimate the warming slope, and converting it to °C per decade.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6</a:t>
            </a:r>
            <a:r>
              <a:rPr sz="2000"/>
              <a:t> (fit the trend model and read the slope).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Duluth is warming,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</a:t>
            </a:r>
            <a:r>
              <a:rPr sz="2000" b="1"/>
              <a:t>positive or negative</a:t>
            </a:r>
            <a:r>
              <a:rPr sz="2000"/>
              <a:t>? Guess the size too — closer to 0.02 or 2 °C per year?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on the yearly means, pull the slope, and convert it to °C per decade. Predict the sign and rough size before you run </a:t>
            </a:r>
            <a:r>
              <a:rPr>
                <a:latin typeface="Courier"/>
              </a:rPr>
              <a:t>summary()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Seasons — Is Winter Warming Faster?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building a season with </a:t>
            </a:r>
            <a:r>
              <a:rPr>
                <a:latin typeface="Courier"/>
              </a:rPr>
              <a:t>case_when()</a:t>
            </a:r>
            <a:r>
              <a:rPr/>
              <a:t>, summarizing by year within season, plotting both, and fitting a separate </a:t>
            </a:r>
            <a:r>
              <a:rPr>
                <a:latin typeface="Courier"/>
              </a:rPr>
              <a:t>lm()</a:t>
            </a:r>
            <a:r>
              <a:rPr/>
              <a:t> per season to compare rates.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7–11</a:t>
            </a:r>
            <a:r>
              <a:rPr sz="2000"/>
              <a:t> (season variable, per-season models, and the results paragraph).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case_when()</a:t>
            </a:r>
            <a:r>
              <a:rPr sz="2000"/>
              <a:t> labels each day summer / winter / shoulder. Before the </a:t>
            </a:r>
            <a:r>
              <a:rPr sz="2000">
                <a:latin typeface="Courier"/>
              </a:rPr>
              <a:t>count()</a:t>
            </a:r>
            <a:r>
              <a:rPr sz="2000"/>
              <a:t> runs — which category will have the </a:t>
            </a:r>
            <a:r>
              <a:rPr sz="2000" b="1"/>
              <a:t>most</a:t>
            </a:r>
            <a:r>
              <a:rPr sz="2000"/>
              <a:t> rows, and why?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data_r_download_summariz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which season warms faster in Duluth, </a:t>
            </a:r>
            <a:r>
              <a:rPr sz="2000" b="1"/>
              <a:t>summer or winter</a:t>
            </a:r>
            <a:r>
              <a:rPr sz="2000"/>
              <a:t>? Write your guess before the two slopes print.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season variable, summarize and plot both seasons, fit a model for each, and write your results paragraph. Predict which season warms faster before you run the models.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this entire workflow: download → raw plot → summarize → model the trend</a:t>
            </a:r>
          </a:p>
          <a:p>
            <a:pPr lvl="0"/>
            <a:r>
              <a:rPr/>
              <a:t>Build your own summer vs. winter </a:t>
            </a:r>
            <a:r>
              <a:rPr>
                <a:latin typeface="Courier"/>
              </a:rPr>
              <a:t>case_when()</a:t>
            </a:r>
            <a:r>
              <a:rPr/>
              <a:t> comparison</a:t>
            </a:r>
          </a:p>
          <a:p>
            <a:pPr lvl="0"/>
            <a:r>
              <a:rPr/>
              <a:t>Write a short results paragraph comparing your city’s warming rate to Duluth’s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Real Climate Data in R</dc:title>
  <dc:creator>Bill Perry</dc:creator>
  <cp:keywords/>
  <dc:description>How to use API (auto program interface) to download and ssummarize weather data.</dc:description>
  <dcterms:created xsi:type="dcterms:W3CDTF">2026-07-04T20:41:25Z</dcterms:created>
  <dcterms:modified xsi:type="dcterms:W3CDTF">2026-07-04T20:41:25Z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2026-07-04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Downloading, summarizing, and modeling Duluth weather station data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4</vt:lpwstr>
  </property>
</Properties>
</file>