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data_r_download_summariz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data_r_download_summariz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data_r_download_summariz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data_r_download_summariz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this entire workflow: download → raw plot → summarize → model the trend</a:t>
            </a:r>
          </a:p>
          <a:p>
            <a:pPr lvl="0"/>
            <a:r>
              <a:rPr/>
              <a:t>Build your own summer vs. winter </a:t>
            </a:r>
            <a:r>
              <a:rPr>
                <a:latin typeface="Courier"/>
              </a:rPr>
              <a:t>case_when()</a:t>
            </a:r>
            <a:r>
              <a:rPr/>
              <a:t> comparison</a:t>
            </a:r>
          </a:p>
          <a:p>
            <a:pPr lvl="0"/>
            <a:r>
              <a:rPr/>
              <a:t>Write a short results paragraph comparing your city’s warming rate to Duluth’s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Real Climate Data in R</dc:title>
  <dc:creator>Bill Perry</dc:creator>
  <cp:keywords/>
  <dc:description>How to use API (auto program interface) to download and ssummarize weather data.</dc:description>
  <dcterms:created xsi:type="dcterms:W3CDTF">2026-07-03T20:27:50Z</dcterms:created>
  <dcterms:modified xsi:type="dcterms:W3CDTF">2026-07-03T20:27:50Z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2026-07-03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Downloading, summarizing, and modeling Duluth weather station data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4</vt:lpwstr>
  </property>
</Properties>
</file>