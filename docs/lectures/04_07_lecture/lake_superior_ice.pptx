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:description>Lake Superior Ice Data and how to pivot and summarize data.</dc:description>
  <dcterms:created xsi:type="dcterms:W3CDTF">2026-07-02T20:04:56Z</dcterms:created>
  <dcterms:modified xsi:type="dcterms:W3CDTF">2026-07-02T20:04:56Z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