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Wide, Long, and Wild: Pivoting Real Data</dc:title>
  <dc:creator>Bill Perry</dc:creator>
  <cp:keywords/>
  <dc:description>Lake Superior Ice Data and how to pivot and summarize data.</dc:description>
  <dcterms:created xsi:type="dcterms:W3CDTF">2026-07-02T22:05:03Z</dcterms:created>
  <dcterms:modified xsi:type="dcterms:W3CDTF">2026-07-02T22:05:03Z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