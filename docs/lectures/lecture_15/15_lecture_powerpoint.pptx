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15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15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15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4 × 6
##   Source            df    `Sum of Squares` `Mean Square` `F-ratio` `Expected MS`
##   &lt;chr&gt;             &lt;chr&gt; &lt;chr&gt;            &lt;chr&gt;         &lt;chr&gt;     &lt;chr&gt;        
## 1 Factor A (adjust… (p-1) SS_A(adj)        "MS_A(adj) =… "MS_A(ad… "σ² + n∑α²/(…
## 2 Covariate         1     SS_Covariate     "MS_Covariat… "MS_Cova… "σ² + β²∑(X-…
## 3 Residual          n-p-1 SS_Residual      "MS_Residual… ""        "σ²"         
## 4 Total             n-1   SS_Total         ""            ""        ""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     Sum Sq  Df  F value    Pr(&gt;F)    
## (Intercept)       2963.8   1  26.0142 1.349e-06 ***
## THORAX           12805.8   1 112.3988 &lt; 2.2e-16 ***
## treatment           36.9   4   0.0810    0.9881    
## THORAX:treatment    42.5   4   0.0933    0.9844    
## Residuals        13102.1 115                       
## ---
## 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Sum Sq  Df F value    Pr(&gt;F)    
## (Intercept)  3069.7   1  27.791 6.123e-07 ***
## THORAX      13168.9   1 119.219 &lt; 2.2e-16 ***
## treatment    9611.5   4  21.753 1.719e-13 ***
## Residuals   13144.7 119                      
## ---
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latin typeface="Courier"/>
              </a:rPr>
              <a:t>##  treatment                       emmean   SE  df lower.CL upper.CL
##  No females                        65.4 2.11 119     61.3     69.6
##  One virgin female daily           61.5 2.11 119     57.3     65.7
##  Eight virgin females daily        64.2 2.10 119     60.0     68.3
##  One inseminated female daily      54.5 2.11 119     50.3     58.7
##  Eight inseminated females daily   41.6 2.12 119     37.4     45.8
## 
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                                                     estimate   SE
##  No females - One virgin female daily                               3.93 3.00
##  No females - Eight virgin females daily                            1.28 2.98
##  No females - One inseminated female daily                         10.95 3.00
##  No females - Eight inseminated females daily                      23.88 2.97
##  One virgin female daily - Eight virgin females daily              -2.65 2.98
##  One virgin female daily - One inseminated female daily             7.02 2.97
##  One virgin female daily - Eight inseminated females daily         19.95 3.01
##  Eight virgin females daily - One inseminated female daily          9.67 2.98
##  Eight virgin females daily - Eight inseminated females daily      22.60 2.99
##  One inseminated female daily - Eight inseminated females daily    12.93 3.01
##   df t.ratio p.value
##  119   1.311  0.6849
##  119   0.428  0.9929
##  119   3.650  0.0035
##  119   8.031 &lt;0.0001
##  119  -0.891  0.8996
##  119   2.361  0.1336
##  119   6.636 &lt;0.0001
##  119   3.249  0.0129
##  119   7.560 &lt;0.0001
##  119   4.298  0.0003
## 
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15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rank_LONGEV
##             Sum Sq  Df F value    Pr(&gt;F)    
## (Intercept)  18783   1  38.236 9.121e-09 ***
## rank_THORAX  54314   1 110.564 &lt; 2.2e-16 ***
## treatment    40447   4  20.584 6.536e-13 ***
## Residuals    58458 119                      
## ---
## Signif. codes:  0 '***' 0.001 '**' 0.01 '*' 0.05 '.' 0.1 ' ' 1
## P-value (parametric): 1.719359e-13
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2026-05-06T17:43:14Z</dcterms:created>
  <dcterms:modified xsi:type="dcterms:W3CDTF">2026-05-06T17:43:14Z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