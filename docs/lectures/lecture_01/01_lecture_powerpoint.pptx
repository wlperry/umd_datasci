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1: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Please look over the syllabus as it has all the details of the class and how it will run.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Who am 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Bill Perry</a:t>
            </a:r>
          </a:p>
          <a:p>
            <a:pPr lvl="0"/>
            <a:r>
              <a:rPr/>
              <a:t>Office is in SSB 13</a:t>
            </a:r>
          </a:p>
          <a:p>
            <a:pPr lvl="0"/>
            <a:r>
              <a:rPr/>
              <a:t>Phone 218-726-8145</a:t>
            </a:r>
          </a:p>
          <a:p>
            <a:pPr lvl="0"/>
            <a:r>
              <a:rPr/>
              <a:t>Email is wlperry_at_d.umn.edu</a:t>
            </a:r>
          </a:p>
          <a:p>
            <a:pPr lvl="0" indent="0" marL="0">
              <a:buNone/>
            </a:pP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1: My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we make observations and hypotheses?</a:t>
            </a:r>
          </a:p>
          <a:p>
            <a:pPr lvl="0"/>
            <a:r>
              <a:rPr/>
              <a:t>How do we design an experiment</a:t>
            </a:r>
          </a:p>
          <a:p>
            <a:pPr lvl="0"/>
            <a:r>
              <a:rPr/>
              <a:t>How do we collect data?</a:t>
            </a:r>
          </a:p>
          <a:p>
            <a:pPr lvl="0"/>
            <a:r>
              <a:rPr/>
              <a:t>How do we organize, clean, summarize, and view the data?</a:t>
            </a:r>
          </a:p>
          <a:p>
            <a:pPr lvl="0"/>
            <a:r>
              <a:rPr/>
              <a:t>How do we use statistics to test our hypotheses</a:t>
            </a:r>
          </a:p>
          <a:p>
            <a:pPr lvl="1"/>
            <a:r>
              <a:rPr/>
              <a:t>what tests to use</a:t>
            </a:r>
          </a:p>
          <a:p>
            <a:pPr lvl="1"/>
            <a:r>
              <a:rPr/>
              <a:t>what are the assumptions</a:t>
            </a:r>
          </a:p>
          <a:p>
            <a:pPr lvl="1"/>
            <a:r>
              <a:rPr/>
              <a:t>what are the interpretations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1: My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Communication</a:t>
            </a:r>
          </a:p>
          <a:p>
            <a:pPr lvl="0"/>
            <a:r>
              <a:rPr/>
              <a:t>Practice</a:t>
            </a:r>
          </a:p>
          <a:p>
            <a:pPr lvl="0"/>
            <a:r>
              <a:rPr/>
              <a:t>Failure</a:t>
            </a:r>
          </a:p>
          <a:p>
            <a:pPr lvl="0"/>
            <a:r>
              <a:rPr/>
              <a:t>Learn to correct and troubleshoot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1: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Way to acquire knowledge, organize it and apply it back to the real world</a:t>
            </a:r>
          </a:p>
          <a:p>
            <a:pPr lvl="0"/>
            <a:r>
              <a:rPr/>
              <a:t>Make predictions and testing these predictions using a falsifiable approach - statistics</a:t>
            </a:r>
          </a:p>
          <a:p>
            <a:pPr lvl="0"/>
            <a:r>
              <a:rPr/>
              <a:t>Explanations that cannot be falsified are not science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Statistics?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Zar (1999) - “analysis and interpretation of data with view towards objective evaluation of conclusions based on the data”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</dc:title>
  <dc:creator>Bill Perry</dc:creator>
  <cp:keywords/>
  <dcterms:created xsi:type="dcterms:W3CDTF">2026-06-23T21:18:40Z</dcterms:created>
  <dcterms:modified xsi:type="dcterms:W3CDTF">2026-06-23T21:18:40Z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