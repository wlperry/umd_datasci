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927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 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</a:t>
            </a:r>
          </a:p>
          <a:p>
            <a:pPr lvl="1"/>
            <a:r>
              <a:rPr/>
              <a:t>YES? or no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  <a:r>
              <a:rPr/>
              <a:t> - The thing we measure — it </a:t>
            </a:r>
            <a:r>
              <a:rPr i="1"/>
              <a:t>depends on</a:t>
            </a:r>
            <a:r>
              <a:rPr/>
              <a:t> our treatment - 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  <a:r>
              <a:rPr/>
              <a:t> - The thing we control or group by - 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needs to collect at least 2 pairs of leaves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1 mature leaf from the sunny side</a:t>
            </a:r>
            <a:r>
              <a:rPr/>
              <a:t> and </a:t>
            </a:r>
            <a:r>
              <a:rPr b="1"/>
              <a:t>1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2 separate trees</a:t>
            </a:r>
            <a:r>
              <a:rPr/>
              <a:t> (we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2026-07-02T22:43:07Z</dcterms:created>
  <dcterms:modified xsi:type="dcterms:W3CDTF">2026-07-02T22:43:07Z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1</vt:lpwstr>
  </property>
  <property fmtid="{D5CDD505-2E9C-101B-9397-08002B2CF9AE}" pid="14" name="resources">
    <vt:lpwstr/>
  </property>
  <property fmtid="{D5CDD505-2E9C-101B-9397-08002B2CF9AE}" pid="15" name="subtitle">
    <vt:lpwstr>Our question, our data, and a first look at what we will do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1</vt:lpwstr>
  </property>
</Properties>
</file>