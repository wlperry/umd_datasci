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or no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2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2026-07-02T19:30:58Z</dcterms:created>
  <dcterms:modified xsi:type="dcterms:W3CDTF">2026-07-02T19:30:58Z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Our question, our data, and a first look at what we will do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1</vt:lpwstr>
  </property>
</Properties>
</file>