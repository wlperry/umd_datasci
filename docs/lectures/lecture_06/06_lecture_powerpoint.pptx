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      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 NAME,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 MONTH,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 MXSPD, PRCP,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06_lecture_powerpoint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06_lecture_powerpoint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06_lecture_powerpoint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06_lecture_powerpoint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terms:created xsi:type="dcterms:W3CDTF">2026-06-30T20:49:04Z</dcterms:created>
  <dcterms:modified xsi:type="dcterms:W3CDTF">2026-06-30T20:49:04Z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Downloading, summarizing, and modeling Duluth weather station data</vt:lpwstr>
  </property>
  <property fmtid="{D5CDD505-2E9C-101B-9397-08002B2CF9AE}" pid="13" name="toc-title">
    <vt:lpwstr>Table of contents</vt:lpwstr>
  </property>
</Properties>
</file>