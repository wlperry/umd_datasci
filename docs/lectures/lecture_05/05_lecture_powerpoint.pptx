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Welch’s two-sample t-test</a:t>
            </a:r>
            <a:r>
              <a:rPr/>
              <a:t> — compared mean leaf weight between sunny and shady sides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run test → report</a:t>
            </a:r>
          </a:p>
          <a:p>
            <a:pPr lvl="1"/>
            <a:r>
              <a:rPr/>
              <a:t>Normality: histogram, QQ plot, Shapiro-Wilk on each group</a:t>
            </a:r>
          </a:p>
          <a:p>
            <a:pPr lvl="1"/>
            <a:r>
              <a:rPr/>
              <a:t>Variance: Levene’s test; Welch’s is safe regardless of the result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t.test()</a:t>
            </a:r>
            <a:r>
              <a:rPr b="1"/>
              <a:t> output</a:t>
            </a:r>
            <a:r>
              <a:rPr/>
              <a:t> — t-statistic, Welch-Satterthwaite df, </a:t>
            </a:r>
            <a:r>
              <a:rPr i="1"/>
              <a:t>p</a:t>
            </a:r>
            <a:r>
              <a:rPr/>
              <a:t>-value, 95% CI, group means</a:t>
            </a:r>
          </a:p>
          <a:p>
            <a:pPr lvl="0"/>
            <a:r>
              <a:rPr b="1"/>
              <a:t>Result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We confirmed that shady and sunny leaves </a:t>
            </a:r>
            <a:r>
              <a:rPr sz="2000" i="1"/>
              <a:t>differ in weight</a:t>
            </a:r>
            <a:r>
              <a:rPr sz="2000"/>
              <a:t>. Today we go further — we build a </a:t>
            </a:r>
            <a:r>
              <a:rPr sz="2000" b="1"/>
              <a:t>calibration curve</a:t>
            </a:r>
            <a:r>
              <a:rPr sz="2000"/>
              <a:t> to convert that weight into a more biologically meaningful measurement: </a:t>
            </a:r>
            <a:r>
              <a:rPr sz="2000" b="1"/>
              <a:t>leaf surface area</a:t>
            </a:r>
            <a:r>
              <a:rPr sz="2000"/>
              <a:t> (cm²).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05_lecture_powerpoint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05_lecture_powerpoint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05_lecture_powerpoint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05_lecture_powerpoint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 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 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    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    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  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terms:created xsi:type="dcterms:W3CDTF">2026-06-30T20:50:26Z</dcterms:created>
  <dcterms:modified xsi:type="dcterms:W3CDTF">2026-06-30T20:50:26Z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Predicting leaf area from paper tracing mass (Whitlock &amp; Schluter Ch. 17)</vt:lpwstr>
  </property>
  <property fmtid="{D5CDD505-2E9C-101B-9397-08002B2CF9AE}" pid="13" name="toc-title">
    <vt:lpwstr>Table of contents</vt:lpwstr>
  </property>
</Properties>
</file>