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17 - Principal Component Analysis (PCA)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16: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17 - Principal Component Analysis (PCA)</dc:title>
  <dc:creator>Bill Perry</dc:creator>
  <cp:keywords/>
  <dcterms:created xsi:type="dcterms:W3CDTF">2026-07-02T20:29:25Z</dcterms:created>
  <dcterms:modified xsi:type="dcterms:W3CDTF">2026-07-02T20:29:25Z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order">
    <vt:lpwstr>17</vt:lpwstr>
  </property>
  <property fmtid="{D5CDD505-2E9C-101B-9397-08002B2CF9AE}" pid="11" name="resources">
    <vt:lpwstr/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