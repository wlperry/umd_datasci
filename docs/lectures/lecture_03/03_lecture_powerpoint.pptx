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of Class: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  <a:p>
            <a:pPr lvl="0"/>
            <a:r>
              <a:rPr/>
              <a:t>point 3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  <a:p>
            <a:pPr lvl="0"/>
            <a:r>
              <a:rPr/>
              <a:t>point 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 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2026-06-26T17:21:47Z</dcterms:created>
  <dcterms:modified xsi:type="dcterms:W3CDTF">2026-06-26T17:21:47Z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