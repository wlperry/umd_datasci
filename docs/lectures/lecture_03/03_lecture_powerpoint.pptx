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 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  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      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 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   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  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 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      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03_lecture_powerpoint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03_lecture_powerpoint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03_lecture_powerpoint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terms:created xsi:type="dcterms:W3CDTF">2026-06-30T18:36:24Z</dcterms:created>
  <dcterms:modified xsi:type="dcterms:W3CDTF">2026-06-30T18:36:24Z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Wrangling, summaries, statistics, and our first real comparisons</vt:lpwstr>
  </property>
  <property fmtid="{D5CDD505-2E9C-101B-9397-08002B2CF9AE}" pid="13" name="toc-title">
    <vt:lpwstr>Table of contents</vt:lpwstr>
  </property>
</Properties>
</file>