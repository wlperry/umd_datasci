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the workflow: download → summarize → model the annual trend</a:t>
            </a:r>
          </a:p>
          <a:p>
            <a:pPr lvl="0"/>
            <a:r>
              <a:rPr/>
              <a:t>Compare your city’s warming rate to Duluth’s, and predict first —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2026-09-01T21:16:02Z</dcterms:created>
  <dcterms:modified xsi:type="dcterms:W3CDTF">2026-09-01T21:16:02Z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