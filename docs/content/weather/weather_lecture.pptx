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"72745…
$ NAME             &lt;chr&gt; "DULUTH INTERNATIONAL AIRPORT", "DULUT…
$ CTRY             &lt;chr&gt; "US", "US", "US", "US", "US", "US", "U…
$ COUNTRY_NAME     &lt;chr&gt; "UNITED STATES", "UNITED STATES", "UNI…
$ ISO2C            &lt;chr&gt; "US", "US", "US", "US", "US", "US", "U…
$ ISO3C            &lt;chr&gt; "USA", "USA", "USA", "USA", "USA", "US…
$ STATE            &lt;chr&gt; "MN", "MN", "MN", "MN", "MN", "MN", "M…
$ LATITUDE         &lt;dbl&gt; 46.844, 46.844, 46.844, 46.844, 46.844…
$ LONGITUDE        &lt;dbl&gt; -92.187, -92.187, -92.187, -92.187, -9…
$ ELEVATION        &lt;dbl&gt; 436.8, 436.8, 436.8, 436.8, 436.8, 436…
$ BEGIN            &lt;int&gt; 19480101, 19480101, 19480101, 19480101…
$ END              &lt;int&gt; 20250827, 20250827, 20250827, 20250827…
$ YEARMODA         &lt;date&gt; 1948-01-01, 1948-01-02, 1948-01-03, 1…
$ YEAR             &lt;int&gt; 1948, 1948, 1948, 1948, 1948, 1948, 19…
$ MONTH            &lt;int&gt; 1, 1, 1, 1, 1, 1, 1, 1, 1, 1, 1, 1, 1,…
$ DAY              &lt;int&gt; 1, 2, 3, 4, 5, 6, 7, 8, 9, 10, 11, 12,…
$ YDAY             &lt;int&gt; 1, 2, 3, 4, 5, 6, 7, 8, 9, 10, 11, 12,…
$ TEMP             &lt;dbl&gt; -8.2, -4.1, -8.4, -6.5, -2.9, -7.8, -8…
$ TEMP_ATTRIBUTES  &lt;int&gt; 18, 24, 24, 24, 24, 24, 24, 24, 24, 24…
$ DEWP             &lt;dbl&gt; -9.9, -6.5, -10.8, -8.8, -5.9, -12.2, …
$ DEWP_ATTRIBUTES  &lt;int&gt; 18, 24, 24, 24, 24, 24, 24, 24, 24, 24…
$ SLP              &lt;dbl&gt; 1019.8, 1011.1, 1010.0, 1016.8, 1016.3…
$ SLP_ATTRIBUTES   &lt;int&gt; 18, 24, 24, 24, 24, 24, 24, 24, 24, 24…
$ STP              &lt;dbl&gt; 965.3, 958.0, 956.6, 963.1, 962.9, 965…
$ STP_ATTRIBUTES   &lt;int&gt; 18, 24, 24, 24, 24, 24, 24, 24, 24, 23…
$ VISIB            &lt;dbl&gt; 22.0, 22.7, 18.0, 22.4, 23.2, 24.0, 23…
$ VISIB_ATTRIBUTES &lt;int&gt; 18, 24, 24, 24, 24, 24, 24, 24, 24, 24…
$ WDSP             &lt;dbl&gt; 4.4, 4.3, 3.0, 4.9, 6.4, 8.3, 3.8, 2.8…
$ WDSP_ATTRIBUTES  &lt;int&gt; 18, 24, 24, 24, 24, 24, 24, 24, 24, 24…
$ MXSPD            &lt;dbl&gt; 8.2, 8.8, 7.2, 8.2, 11.8, 11.8, 7.2, 6…
$ GUST             &lt;dbl&gt; NA, NA, NA, NA, NA, NA, NA, NA, NA, NA…
$ MAX              &lt;dbl&gt; -3.1, -2.0, -5.4, -1.5, 1.3, -1.7, -2.…
$ MAX_ATTRIBUTES   &lt;chr&gt; NA, NA, NA, NA, NA, "*", NA, NA, "*", …
$ MIN              &lt;dbl&gt; -15.6, -8.7, -12.8, -9.8, -7.0, -15.4,…
$ MIN_ATTRIBUTES   &lt;chr&gt; "*", NA, "*", NA, NA, NA, "*", NA, NA,…
$ PRCP             &lt;dbl&gt; 0.00, 0.00, 0.00, 0.00, 0.00, 0.00, 0.…
$ PRCP_ATTRIBUTES  &lt;chr&gt; "G", "G", "G", "G", "G", "G", "G", "G"…
$ SNDP             &lt;dbl&gt; 279.4, 279.4, 279.4, 279.4, 248.9, 248…
$ I_FOG            &lt;dbl&gt; 0, 1, 1, 1, 0, 0, 0, 0, 0, 0, 1, 0, 0,…
$ I_RAIN_DRIZZLE   &lt;dbl&gt; 0, 0, 0, 0, 0, 0, 0, 1, 1, 0, 0, 0, 0,…
$ I_SNOW_ICE       &lt;dbl&gt; 1, 1, 1, 1, 1, 0, 0, 1, 1, 0, 1, 1, 1,…
$ I_HAIL           &lt;dbl&gt; 0, 0, 0, 0, 0, 0, 0, 0, 0, 0, 0, 0, 0,…
$ I_THUNDER        &lt;dbl&gt; 0, 0, 0, 0, 0, 0, 0, 0, 0, 0, 0, 0, 0,…
$ I_TORNADO_FUNNEL &lt;dbl&gt; 0, 0, 0, 0, 0, 0, 0, 0, 0, 0, 0, 0, 0,…
$ EA               &lt;dbl&gt; 0.3, 0.4, 0.3, 0.3, 0.4, 0.2, 0.2, 0.4…
$ ES               &lt;dbl&gt; 0.3, 0.5, 0.3, 0.4, 0.5, 0.3, 0.3, 0.5…
$ RH               &lt;dbl&gt; 87.5, 83.4, 82.8, 83.7, 79.8, 70.7, 70…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
         &lt;char&gt;                       &lt;char&gt;     &lt;Date&gt; &lt;int&gt;
1: 727450-14913 DULUTH INTERNATIONAL AIRPORT 1948-01-01  1948
2: 727450-14913 DULUTH INTERNATIONAL AIRPORT 1948-01-02  1948
3: 727450-14913 DULUTH INTERNATIONAL AIRPORT 1948-01-03  1948
4: 727450-14913 DULUTH INTERNATIONAL AIRPORT 1948-01-04  1948
5: 727450-14913 DULUTH INTERNATIONAL AIRPORT 1948-01-05  1948
6: 727450-14913 DULUTH INTERNATIONAL AIRPORT 1948-01-06  1948
   MONTH   DAY  TEMP MXSPD  PRCP I_SNOW_ICE
   &lt;int&gt; &lt;int&gt; &lt;num&gt; &lt;num&gt; &lt;num&gt;      &lt;num&gt;
1:     1     1  -8.2   8.2     0          1
2:     1     2  -4.1   8.8     0          1
3:     1     3  -8.4   7.2     0          1
4:     1     4  -6.5   8.2     0          1
5:     1     5  -2.9  11.8     0          1
6:     1     6  -7.8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2026-09-24T13:41:51Z</dcterms:created>
  <dcterms:modified xsi:type="dcterms:W3CDTF">2026-09-24T13:41:51Z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