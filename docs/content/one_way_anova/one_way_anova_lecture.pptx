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and write your hypotheses. Predict which species differ before you run anything.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(fit, QQ + Shapiro on residuals, Levene’s test).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One-Way ANOVA I: Setting Up the Test</dc:title>
  <dc:creator>Bill Perry</dc:creator>
  <cp:keywords/>
  <dc:description>From two groups to many: why we don’t run many t-tests, how the F-statistic partitions variance, fitting a one-way ANOVA as a linear model, and checking its assumptions — normality of residuals and equal variance — on the Palmer penguins data.</dc:description>
  <dcterms:created xsi:type="dcterms:W3CDTF">2026-08-27T17:12:19Z</dcterms:created>
  <dcterms:modified xsi:type="dcterms:W3CDTF">2026-08-27T17:12:19Z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