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it is tempting to just read off the tallest box. Predicting the F-statistic first makes you reason about between- vs. within-group variance.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 is there.</a:t>
            </a:r>
          </a:p>
          <a:p>
            <a:pPr lvl="0"/>
            <a:r>
              <a:rPr sz="2000"/>
              <a:t>Checking each assumption right after it is introduced keeps it tied to </a:t>
            </a:r>
            <a:r>
              <a:rPr sz="2000" i="1"/>
              <a:t>this</a:t>
            </a:r>
            <a:r>
              <a:rPr sz="2000"/>
              <a:t> penguin model, not two more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Do you expect all three species to differ, or just one? Which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as the regression lecture. With ~340 penguins, will the Normal Q-Q panel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the regression lecture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" y="1270000"/>
            <a:ext cx="4318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 b="1"/>
              <a:t>Panel 2 (Normal Q-Q)</a:t>
            </a:r>
            <a:r>
              <a:rPr/>
              <a:t> is the main visual tool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— Shapiro-Wilk as a Companion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RESIDUALS, not the raw masses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the residuals are normal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the points track the line, you’re fine.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2026-10-08T20:17:41Z</dcterms:created>
  <dcterms:modified xsi:type="dcterms:W3CDTF">2026-10-08T20:17:41Z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