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the residuals-vs-fitted plot, and the QQ plot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the residual and QQ/Shapiro assumptions).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the line fits well, what should the residuals-vs-fitted plot look like — a random flat cloud, a curve, or a funnel? Predict, then look.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_lecture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_lecture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check the residual plot and the QQ/Shapiro test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07: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Linear Regression</dc:title>
  <dc:creator>Bill Perry</dc:creator>
  <cp:keywords/>
  <dc:description>How to do regressions and test assumptions and interpret and calculate.</dc:description>
  <dcterms:created xsi:type="dcterms:W3CDTF">2026-07-05T19:43:26Z</dcterms:created>
  <dcterms:modified xsi:type="dcterms:W3CDTF">2026-07-05T19:43:26Z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