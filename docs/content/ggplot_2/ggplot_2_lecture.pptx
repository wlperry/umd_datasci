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longer flippers, heavier birds. Will the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Many Gentoos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</a:t>
            </a:r>
            <a:r>
              <a:rPr sz="2000">
                <a:latin typeface="Courier"/>
              </a:rPr>
              <a:t>scale_y_continuous(limits = ...)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single pieces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fonts, lines, margins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idea:</a:t>
            </a:r>
            <a:r>
              <a:rPr sz="2000"/>
              <a:t> one theme file sourced at the top of every script keeps a project consistent — change it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figure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2026-10-19T16:10:24Z</dcterms:created>
  <dcterms:modified xsi:type="dcterms:W3CDTF">2026-10-19T16:10:24Z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