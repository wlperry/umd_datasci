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Adeli…
$ island            &lt;fct&gt; Torgersen, Torgersen, Torgersen, Torg…
$ bill_length_mm    &lt;dbl&gt; 39.1, 39.5, 40.3, 36.7, 39.3, 38.9, 3…
$ bill_depth_mm     &lt;dbl&gt; 18.7, 17.4, 18.0, 19.3, 20.6, 17.8, 1…
$ flipper_length_mm &lt;int&gt; 181, 186, 195, 193, 190, 181, 195, 19…
$ body_mass_g       &lt;int&gt; 3750, 3800, 3250, 3450, 3650, 3625, 4…
$ sex               &lt;fct&gt; male, female, female, female, male, f…
$ year              &lt;int&gt; 2007, 2007, 2007, 2007, 2007, 2007, 2…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longer flippers, heavier birds. Will the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Many Gentoos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</a:t>
            </a:r>
            <a:r>
              <a:rPr sz="2000">
                <a:latin typeface="Courier"/>
              </a:rPr>
              <a:t>scale_y_continuous(limits = ...)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single pieces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fonts, lines, margins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idea:</a:t>
            </a:r>
            <a:r>
              <a:rPr sz="2000"/>
              <a:t> one theme file sourced at the top of every script keeps a project consistent — change it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figure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2026-10-09T19:49:50Z</dcterms:created>
  <dcterms:modified xsi:type="dcterms:W3CDTF">2026-10-09T19:49:50Z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