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Adelie, Adelie, Adel…
$ island            &lt;fct&gt; Torgersen, Torgersen, Torgersen, Torgersen, Torgerse…
$ bill_length_mm    &lt;dbl&gt; 39.1, 39.5, 40.3, 36.7, 39.3, 38.9, 39.2, 34.1, 42.0…
$ bill_depth_mm     &lt;dbl&gt; 18.7, 17.4, 18.0, 19.3, 20.6, 17.8, 19.6, 18.1, 20.2…
$ flipper_length_mm &lt;int&gt; 181, 186, 195, 193, 190, 181, 195, 193, 190, 186, 18…
$ body_mass_g       &lt;int&gt; 3750, 3800, 3250, 3450, 3650, 3625, 4675, 3475, 4250…
$ sex               &lt;fct&gt; male, female, female, female, male, female, male, NA…
$ year              &lt;int&gt; 2007, 2007, 2007, 2007, 2007, 2007, 2007, 2007, 2007…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flipper length and body mass should move together — longer flippers, heavier birds. Will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Gentoo penguins run heavier than the other two species — many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 specifically?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its long form </a:t>
            </a:r>
            <a:r>
              <a:rPr sz="2000">
                <a:latin typeface="Courier"/>
              </a:rPr>
              <a:t>scale_y_continuous(limits = c(3000, 5000))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above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still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individual pieces, same as any built-in theme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everything else (fonts, lines, margins)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One theme file, sourced at the top of every script, keeps every figure in a project looking consistent — change the file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first, exactly like you already do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</a:t>
            </a:r>
            <a:r>
              <a:rPr>
                <a:latin typeface="Courier"/>
              </a:rPr>
              <a:t>patchwork</a:t>
            </a:r>
            <a:r>
              <a:rPr/>
              <a:t>-ready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combined figure</a:t>
            </a:r>
            <a:r>
              <a:rPr/>
              <a:t>, not any single panel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2026-09-15T02:12:13Z</dcterms:created>
  <dcterms:modified xsi:type="dcterms:W3CDTF">2026-09-15T02:12:13Z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