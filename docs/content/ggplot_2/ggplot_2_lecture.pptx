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shade</a:t>
            </a:r>
            <a:r>
              <a:rPr sz="2000"/>
              <a:t> and </a:t>
            </a:r>
            <a:r>
              <a:rPr sz="2000">
                <a:latin typeface="Courier"/>
              </a:rPr>
              <a:t>shape = shade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vs. Petiole Length,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data, map shape and color to </a:t>
            </a:r>
            <a:r>
              <a:rPr>
                <a:latin typeface="Courier"/>
              </a:rPr>
              <a:t>shade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53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petiole_mm,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"Petiole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"figures/leaf_mass_theme.pdf"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4–5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2026-09-10T14:25:33Z</dcterms:created>
  <dcterms:modified xsi:type="dcterms:W3CDTF">2026-09-10T14:25:33Z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