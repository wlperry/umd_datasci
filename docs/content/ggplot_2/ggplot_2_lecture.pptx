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drop a redundant legend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shade</a:t>
            </a:r>
            <a:r>
              <a:rPr sz="2000"/>
              <a:t> and </a:t>
            </a:r>
            <a:r>
              <a:rPr sz="2000">
                <a:latin typeface="Courier"/>
              </a:rPr>
              <a:t>shape = shade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data, map shape and color to </a:t>
            </a:r>
            <a:r>
              <a:rPr>
                <a:latin typeface="Courier"/>
              </a:rPr>
              <a:t>shade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line is fit on </a:t>
            </a:r>
            <a:r>
              <a:rPr b="1"/>
              <a:t>all 53 leaves</a:t>
            </a:r>
            <a:r>
              <a:rPr/>
              <a:t>, then the window is cropped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the window </a:t>
            </a:r>
            <a:r>
              <a:rPr sz="2000" i="1"/>
              <a:t>before</a:t>
            </a:r>
            <a:r>
              <a:rPr sz="2000"/>
              <a:t> fitting the trend line, will the line look the same,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"xlim() — trend line refit on fewer leaves"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/ 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gave, with no warning.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xlim()</a:t>
            </a:r>
            <a:r>
              <a:rPr/>
              <a:t> version once and watch the line move.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few built-in themes worth knowing: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faint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 Pick one you like and use it everywhere.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legend that just repeats the x-axis, as </a:t>
            </a:r>
            <a:r>
              <a:rPr>
                <a:latin typeface="Courier"/>
              </a:rPr>
              <a:t>fill = shade</a:t>
            </a:r>
            <a:r>
              <a:rPr/>
              <a:t> does here</a:t>
            </a:r>
          </a:p>
          <a:p>
            <a:pPr lvl="0"/>
            <a:r>
              <a:rPr/>
              <a:t>Other common tweaks: </a:t>
            </a:r>
            <a:r>
              <a:rPr>
                <a:latin typeface="Courier"/>
              </a:rPr>
              <a:t>plot.title = element_text(face = "bold")</a:t>
            </a:r>
            <a:r>
              <a:rPr/>
              <a:t>, </a:t>
            </a:r>
            <a:r>
              <a:rPr>
                <a:latin typeface="Courier"/>
              </a:rPr>
              <a:t>axis.text = element_text(size = 12)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4–5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Pick one built-in theme (</a:t>
            </a:r>
            <a:r>
              <a:rPr>
                <a:latin typeface="Courier"/>
              </a:rPr>
              <a:t>theme_classic()</a:t>
            </a:r>
            <a:r>
              <a:rPr/>
              <a:t>) and use </a:t>
            </a:r>
            <a:r>
              <a:rPr>
                <a:latin typeface="Courier"/>
              </a:rPr>
              <a:t>theme(legend.position = "none")</a:t>
            </a:r>
            <a:r>
              <a:rPr/>
              <a:t> to drop a redundant legend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2026-09-14T22:53:10Z</dcterms:created>
  <dcterms:modified xsi:type="dcterms:W3CDTF">2026-09-14T22:53:10Z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