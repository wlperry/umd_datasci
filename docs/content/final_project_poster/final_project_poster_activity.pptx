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— Final Poster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 your finished analysis as a poster and run a structured peer review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Poster Session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project is done. Today you present it as a </a:t>
            </a:r>
            <a:r>
              <a:rPr b="1"/>
              <a:t>poster</a:t>
            </a:r>
            <a:r>
              <a:rPr/>
              <a:t> and review three others. This is the last piece of your project grade.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a good poster has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goes here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Title + your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finding, not the topic. “Shady leaves are heavier than sunny leaves” beats “A study of leaf weight”.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2–3 sentences: the question and why it matters. H₀ / Hₐ.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dataset (source, n, X, Y) and the test, in 2–3 sentences. No code.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One clean figure</a:t>
                      </a:r>
                      <a:r>
                        <a:rPr/>
                        <a:t> (the take-home graph) + the numbers that go with it (test statistic, df, </a:t>
                      </a:r>
                      <a:r>
                        <a:rPr i="1"/>
                        <a:t>p</a:t>
                      </a:r>
                      <a:r>
                        <a:rPr/>
                        <a:t>, effect direction) as a short caption or a small table.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Discussion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the result means, one limitation, one next step.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Reproducibility note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line: “Analysis in R; </a:t>
                      </a:r>
                      <a:r>
                        <a:rPr>
                          <a:latin typeface="Courier"/>
                        </a:rPr>
                        <a:t>.qmd</a:t>
                      </a:r>
                      <a:r>
                        <a:rPr/>
                        <a:t> + data available on request / at &lt;link&gt;.”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Format</a:t>
            </a:r>
          </a:p>
          <a:p>
            <a:pPr lvl="0"/>
            <a:r>
              <a:rPr/>
              <a:t>One page, landscape, readable from ~1 m away (title ≥ 60 pt, body ≥ 24 pt).</a:t>
            </a:r>
          </a:p>
          <a:p>
            <a:pPr lvl="0"/>
            <a:r>
              <a:rPr/>
              <a:t>Export to </a:t>
            </a:r>
            <a:r>
              <a:rPr b="1"/>
              <a:t>PDF</a:t>
            </a:r>
            <a:r>
              <a:rPr/>
              <a:t> from your Quarto doc, a slide, or a poster template — your choice.</a:t>
            </a:r>
          </a:p>
          <a:p>
            <a:pPr lvl="0"/>
            <a:r>
              <a:rPr/>
              <a:t>The </a:t>
            </a:r>
            <a:r>
              <a:rPr b="1"/>
              <a:t>figure</a:t>
            </a:r>
            <a:r>
              <a:rPr/>
              <a:t> must be the one you built and saved in R at </a:t>
            </a:r>
            <a:r>
              <a:rPr>
                <a:latin typeface="Courier"/>
              </a:rPr>
              <a:t>dpi = 300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Set-up (10 min):</a:t>
            </a:r>
            <a:r>
              <a:rPr/>
              <a:t> posters up / on screen.</a:t>
            </a:r>
          </a:p>
          <a:p>
            <a:pPr lvl="0" indent="-342900" marL="342900">
              <a:buAutoNum type="arabicPeriod"/>
            </a:pPr>
            <a:r>
              <a:rPr b="1"/>
              <a:t>Round 1 — you present (2 min each):</a:t>
            </a:r>
            <a:r>
              <a:rPr/>
              <a:t> walk a small group through your poster: the question, the figure, the result, one caveat.</a:t>
            </a:r>
          </a:p>
          <a:p>
            <a:pPr lvl="0" indent="-342900" marL="342900">
              <a:buAutoNum type="arabicPeriod"/>
            </a:pPr>
            <a:r>
              <a:rPr b="1"/>
              <a:t>Round 2 — you review (rotate):</a:t>
            </a:r>
            <a:r>
              <a:rPr/>
              <a:t> visit three other posters and complete the review form below for each.</a:t>
            </a:r>
          </a:p>
          <a:p>
            <a:pPr lvl="0" indent="-342900" marL="342900">
              <a:buAutoNum type="arabicPeriod"/>
            </a:pPr>
            <a:r>
              <a:rPr b="1"/>
              <a:t>Wrap-up:</a:t>
            </a:r>
            <a:r>
              <a:rPr/>
              <a:t> hand your three completed forms to those presenters.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Peer review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 one for </a:t>
            </a:r>
            <a:r>
              <a:rPr b="1"/>
              <a:t>each</a:t>
            </a:r>
            <a:r>
              <a:rPr/>
              <a:t> of the three posters you visit.</a:t>
            </a:r>
          </a:p>
          <a:p>
            <a:pPr lvl="0" indent="0">
              <a:buNone/>
            </a:pPr>
            <a:r>
              <a:rPr>
                <a:latin typeface="Courier"/>
              </a:rPr>
              <a:t>Poster by: ____________________        Your name: ____________________
1. The finding, in your own words:
2. Figure check:
   - Can you read the axes and understand what's plotted?   yes / no
   - Does the figure actually support the finding?          yes / partly / no
   - One concrete way to make the figure clearer:
3. Stats check:
   - Are the test, statistic, df, and p-value all reported?  yes / partial / no
   - Does the test match the design (X and Y)?               yes / no / not sure
4. Reproducibility: is there a figure that was clearly made in R (not Excel)?   yes / no
5. Strongest part of this poster:
6. One thing that would most improve it: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Your poster (PDF)</a:t>
            </a:r>
          </a:p>
          <a:p>
            <a:pPr lvl="0"/>
            <a:r>
              <a:rPr/>
              <a:t>☐ Your Quarto source (</a:t>
            </a:r>
            <a:r>
              <a:rPr>
                <a:latin typeface="Courier"/>
              </a:rPr>
              <a:t>.qmd</a:t>
            </a:r>
            <a:r>
              <a:rPr/>
              <a:t>) and data file (or a working link)</a:t>
            </a:r>
          </a:p>
          <a:p>
            <a:pPr lvl="0"/>
            <a:r>
              <a:rPr/>
              <a:t>☐ Three completed peer-review forms for the posters you visited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the course. Nice work — you now have a reproducible analysis you built from a raw dataset to a finished figure.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— Final Poster Session</dc:title>
  <dc:creator>Bill Perry</dc:creator>
  <cp:keywords/>
  <dc:description>The final class meeting. Students present their completed project as a poster, walk classmates through the analysis, and complete a structured peer review of three other posters.</dc:description>
  <dcterms:created xsi:type="dcterms:W3CDTF">2026-08-27T20:05:38Z</dcterms:created>
  <dcterms:modified xsi:type="dcterms:W3CDTF">2026-08-27T20:05:38Z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29</vt:lpwstr>
  </property>
  <property fmtid="{D5CDD505-2E9C-101B-9397-08002B2CF9AE}" pid="12" name="resources">
    <vt:lpwstr/>
  </property>
  <property fmtid="{D5CDD505-2E9C-101B-9397-08002B2CF9AE}" pid="13" name="subtitle">
    <vt:lpwstr>Present your finished analysis as a poster and run a structured peer review</vt:lpwstr>
  </property>
  <property fmtid="{D5CDD505-2E9C-101B-9397-08002B2CF9AE}" pid="14" name="toc-title">
    <vt:lpwstr>Table of contents</vt:lpwstr>
  </property>
  <property fmtid="{D5CDD505-2E9C-101B-9397-08002B2CF9AE}" pid="15" name="type">
    <vt:lpwstr>activity</vt:lpwstr>
  </property>
  <property fmtid="{D5CDD505-2E9C-101B-9397-08002B2CF9AE}" pid="16" name="week">
    <vt:lpwstr>15</vt:lpwstr>
  </property>
</Properties>
</file>