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worksheet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20
Columns: 5
$ index     &lt;dbl&gt; 1, 2, 3, 4, 5, 6, 7, 8, 9, 10, 11, 12, 13, 14, 15, 16, 17, 1…
$ side      &lt;chr&gt; "sunny", "sunny", "sunny", "sunny", "sunny", "sunny", "sunny…
$ weight_g  &lt;dbl&gt; 4, 3, 5, 3, 4, 3, 5, 4, 3, 4, 7, 8, 6, 9, 8, 7, 8, 9, 9, 7
$ width_cm  &lt;dbl&gt; 12, 14, 12, 13, 15, 13, 16, 13, 14, 15, 9, 18, 17, 18, 19, 1…
$ height_cm &lt;dbl&gt; 21, 22, 21, 23, 22, 23, 21, 24, 23, 23, 28, 29, 27, 28, 27, 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tree_df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tree_df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side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~side</a:t>
            </a:r>
            <a:r>
              <a:rPr/>
              <a:t> reads as </a:t>
            </a:r>
            <a:r>
              <a:rPr i="1"/>
              <a:t>“by side”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facet_wrap(~side,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facet_grid(side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side)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side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tree_df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More geoms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xlim()</a:t>
            </a:r>
          </a:p>
          <a:p>
            <a:pPr lvl="0"/>
            <a:r>
              <a:rPr/>
              <a:t>Themes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2026-09-01T21:15:18Z</dcterms:created>
  <dcterms:modified xsi:type="dcterms:W3CDTF">2026-09-01T21:15:18Z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