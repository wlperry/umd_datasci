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=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picks the colors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— how many colors do we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your data’s values — case and spelling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name that doesn’t match falls back to grey, with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Computes a statistic </a:t>
            </a:r>
            <a:r>
              <a:rPr b="1"/>
              <a:t>from the raw data</a:t>
            </a:r>
            <a:r>
              <a:rPr/>
              <a:t> — no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returning one number (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it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33600"/>
            <a:ext cx="4432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🔮 Predict first:</a:t>
            </a:r>
            <a:r>
              <a:rPr/>
              <a:t> </a:t>
            </a:r>
            <a:r>
              <a:rPr>
                <a:latin typeface="Courier"/>
              </a:rPr>
              <a:t>fun.data = mean_se</a:t>
            </a:r>
            <a:r>
              <a:rPr/>
              <a:t> returns three numbers per group, not one — what are they?</a:t>
            </a:r>
          </a:p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, mean as a </a:t>
            </a:r>
            <a:r>
              <a:rPr b="1"/>
              <a:t>larger point</a:t>
            </a:r>
            <a:r>
              <a:rPr/>
              <a:t>,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2026-10-08T20:17:24Z</dcterms:created>
  <dcterms:modified xsi:type="dcterms:W3CDTF">2026-10-08T20:17:24Z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