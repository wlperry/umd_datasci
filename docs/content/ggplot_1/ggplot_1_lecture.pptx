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  <a:r>
              <a:rPr/>
              <a:t> into </a:t>
            </a:r>
            <a:r>
              <a:rPr>
                <a:latin typeface="Courier"/>
              </a:rPr>
              <a:t>leaf_df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NA, NA, "twig_1",…
$ leaf_id      &lt;chr&gt; NA, NA, NA, NA, NA, NA, NA, NA, NA, NA, NA, NA, "l07", "l…
$ teams        &lt;chr&gt; "12345", "12345", "12345", "12345", "12345", "12345", "12…
$ shade        &lt;chr&gt; "sunny", "sunny", "sunny", "sunny", "sunny", "sunny", "sh…
$ mass_g       &lt;dbl&gt; 0.4000, 0.4800, 0.3400, 0.6500, 0.2700, 0.4300, 0.3900, 0…
$ petiole_mm   &lt;dbl&gt; 79.0000, 63.0000, 68.0000, 35.0000, 34.0000, 40.0000, 40.…
$ thickness_mm &lt;dbl&gt; 0.15, 0.14, 0.14, 0.15, 0.11, 0.16, 0.14, 0.15, 0.12, 0.1…
$ paper_mass_g &lt;dbl&gt; 0.2100, 0.2100, 0.2100, 0.2400, 0.1500, 0.3400, 0.2900, 0…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leaf_df %&gt;% ggplot(...)</a:t>
            </a:r>
            <a:r>
              <a:rPr/>
              <a:t> reads as </a:t>
            </a:r>
            <a:r>
              <a:rPr i="1"/>
              <a:t>“take </a:t>
            </a:r>
            <a:r>
              <a:rPr i="1">
                <a:latin typeface="Courier"/>
              </a:rPr>
              <a:t>leaf_df</a:t>
            </a:r>
            <a:r>
              <a:rPr i="1"/>
              <a:t>, then plot it”</a:t>
            </a:r>
            <a:r>
              <a:rPr/>
              <a:t> — the same pipe you’ve already used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  <a:r>
              <a:rPr/>
              <a:t> — </a:t>
            </a:r>
            <a:r>
              <a:rPr b="1"/>
              <a:t>ggplot layers use plus, pipelines use the pipe</a:t>
            </a:r>
          </a:p>
          <a:p>
            <a:pPr lvl="0"/>
            <a:r>
              <a:rPr>
                <a:latin typeface="Courier"/>
              </a:rPr>
              <a:t>fill = shade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chooses the colors </a:t>
            </a:r>
            <a:r>
              <a:rPr i="1"/>
              <a:t>for</a:t>
            </a:r>
            <a:r>
              <a:rPr/>
              <a:t> you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(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). How many colors do we need to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inside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the values in your data (</a:t>
            </a:r>
            <a:r>
              <a:rPr>
                <a:latin typeface="Courier"/>
              </a:rPr>
              <a:t>"sunny"</a:t>
            </a:r>
            <a:r>
              <a:rPr/>
              <a:t>, </a:t>
            </a:r>
            <a:r>
              <a:rPr>
                <a:latin typeface="Courier"/>
              </a:rPr>
              <a:t>"shady"</a:t>
            </a:r>
            <a:r>
              <a:rPr/>
              <a:t>) — case and spelling both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name in </a:t>
            </a:r>
            <a:r>
              <a:rPr sz="2000">
                <a:latin typeface="Courier"/>
              </a:rPr>
              <a:t>values = c(...)</a:t>
            </a:r>
            <a:r>
              <a:rPr sz="2000"/>
              <a:t> doesn’t match a value in your data exactly, that group’s color falls back to grey and ggplot prints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~shade</a:t>
            </a:r>
            <a:r>
              <a:rPr/>
              <a:t> reads as </a:t>
            </a:r>
            <a:r>
              <a:rPr i="1"/>
              <a:t>“by shade”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facet_wrap(~shade,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facet_grid(shade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shade)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shade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stat_summary()</a:t>
            </a:r>
            <a:r>
              <a:rPr/>
              <a:t> computes a statistic </a:t>
            </a:r>
            <a:r>
              <a:rPr b="1"/>
              <a:t>from the raw data</a:t>
            </a:r>
            <a:r>
              <a:rPr/>
              <a:t> and draws it — no pre-built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that returns one number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that number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 of the raw points, not buried under them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returns three numbers per group instead of one (the mean, and the bar’s top and bottom). What do you think those three are called?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Practicing on a brand-new dataset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ylim()</a:t>
            </a:r>
          </a:p>
          <a:p>
            <a:pPr lvl="0"/>
            <a:r>
              <a:rPr/>
              <a:t>Histograms, density plots, themes, and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2026-09-24T01:37:28Z</dcterms:created>
  <dcterms:modified xsi:type="dcterms:W3CDTF">2026-09-24T01:37:28Z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