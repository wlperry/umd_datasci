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reads as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  <a:r>
              <a:rPr/>
              <a:t> — the same pipe you’ve already used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  <a:r>
              <a:rPr/>
              <a:t> — </a:t>
            </a:r>
            <a:r>
              <a:rPr b="1"/>
              <a:t>ggplot layers use plus, pipelines use the pipe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chooses the colors </a:t>
            </a:r>
            <a:r>
              <a:rPr i="1"/>
              <a:t>for</a:t>
            </a:r>
            <a:r>
              <a:rPr/>
              <a:t> you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(</a:t>
            </a:r>
            <a:r>
              <a:rPr sz="2000">
                <a:latin typeface="Courier"/>
              </a:rPr>
              <a:t>sunny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). How many colors do we need to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inside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the values in your data (</a:t>
            </a:r>
            <a:r>
              <a:rPr>
                <a:latin typeface="Courier"/>
              </a:rPr>
              <a:t>"sunny"</a:t>
            </a:r>
            <a:r>
              <a:rPr/>
              <a:t>, </a:t>
            </a:r>
            <a:r>
              <a:rPr>
                <a:latin typeface="Courier"/>
              </a:rPr>
              <a:t>"shady"</a:t>
            </a:r>
            <a:r>
              <a:rPr/>
              <a:t>) — case and spelling both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name in </a:t>
            </a:r>
            <a:r>
              <a:rPr sz="2000">
                <a:latin typeface="Courier"/>
              </a:rPr>
              <a:t>values = c(...)</a:t>
            </a:r>
            <a:r>
              <a:rPr sz="2000"/>
              <a:t> doesn’t match a value in your data exactly, that group’s color falls back to grey and ggplot prints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stat_summary()</a:t>
            </a:r>
            <a:r>
              <a:rPr/>
              <a:t> computes a statistic </a:t>
            </a:r>
            <a:r>
              <a:rPr b="1"/>
              <a:t>from the raw data</a:t>
            </a:r>
            <a:r>
              <a:rPr/>
              <a:t> and draws it — no pre-built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that returns one number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that number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 of the raw points, not buried under them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 instead of one (the mean, and the bar’s top and bottom). What do you think those three are called?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 (</a:t>
            </a:r>
            <a:r>
              <a:rPr>
                <a:latin typeface="Courier"/>
              </a:rPr>
              <a:t>alpha = 0.35</a:t>
            </a:r>
            <a:r>
              <a:rPr/>
              <a:t>)</a:t>
            </a:r>
          </a:p>
          <a:p>
            <a:pPr lvl="0"/>
            <a:r>
              <a:rPr/>
              <a:t>Mean as a </a:t>
            </a:r>
            <a:r>
              <a:rPr b="1"/>
              <a:t>larger foreground point</a:t>
            </a:r>
          </a:p>
          <a:p>
            <a:pPr lvl="0"/>
            <a:r>
              <a:rPr/>
              <a:t>Error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2026-09-22T14:01:01Z</dcterms:created>
  <dcterms:modified xsi:type="dcterms:W3CDTF">2026-09-22T14:01:01Z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