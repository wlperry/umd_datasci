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— Your Final Project Starts Now</dc:title>
  <dc:creator>Bill Perry</dc:creator>
  <cp:keywords/>
  <dc:description>Finding Real Data and your own projects</dc:description>
  <dcterms:created xsi:type="dcterms:W3CDTF">2026-10-20T00:51:37Z</dcterms:created>
  <dcterms:modified xsi:type="dcterms:W3CDTF">2026-10-20T00:51:37Z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