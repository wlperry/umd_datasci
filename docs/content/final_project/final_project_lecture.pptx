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13 — 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(Lectures 13–14)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lm(Y ~ X)</a:t>
            </a:r>
            <a:r>
              <a:rPr/>
              <a:t> — the same linear model tool, used for both regression and ANOVA</a:t>
            </a:r>
          </a:p>
          <a:p>
            <a:pPr lvl="0"/>
            <a:r>
              <a:rPr b="1"/>
              <a:t>One-way ANOVA</a:t>
            </a:r>
            <a:r>
              <a:rPr/>
              <a:t> — compared body mass across three penguin species</a:t>
            </a:r>
          </a:p>
          <a:p>
            <a:pPr lvl="0"/>
            <a:r>
              <a:rPr b="1">
                <a:latin typeface="Courier"/>
              </a:rPr>
              <a:t>plot(model)</a:t>
            </a:r>
            <a:r>
              <a:rPr/>
              <a:t> — checked assumptions with base R’s four diagnostic panels</a:t>
            </a:r>
          </a:p>
          <a:p>
            <a:pPr lvl="0"/>
            <a:r>
              <a:rPr b="1">
                <a:latin typeface="Courier"/>
              </a:rPr>
              <a:t>emmeans</a:t>
            </a:r>
            <a:r>
              <a:rPr b="1"/>
              <a:t> post-hoc</a:t>
            </a:r>
            <a:r>
              <a:rPr/>
              <a:t> — found </a:t>
            </a:r>
            <a:r>
              <a:rPr i="1"/>
              <a:t>which</a:t>
            </a:r>
            <a:r>
              <a:rPr/>
              <a:t> groups differed, not just </a:t>
            </a:r>
            <a:r>
              <a:rPr i="1"/>
              <a:t>whether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Palmer penguins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 — data you will clean and analyze yourself.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no one has ever done before, with novel data or methods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</a:t>
            </a:r>
            <a:r>
              <a:rPr/>
              <a:t> — see also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</a:t>
            </a:r>
          </a:p>
          <a:p>
            <a:pPr lvl="0"/>
            <a:r>
              <a:rPr/>
              <a:t>Does Lake Erie lose more ice per decade than Lake Superior?</a:t>
            </a:r>
          </a:p>
          <a:p>
            <a:pPr lvl="0"/>
            <a:r>
              <a:rPr/>
              <a:t>Which lake shows the strongest trend in maximum ice cover?</a:t>
            </a:r>
          </a:p>
          <a:p>
            <a:pPr lvl="0"/>
            <a:r>
              <a:rPr/>
              <a:t>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832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not learning new tools for the final project — you are applying the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</a:p>
          <a:p>
            <a:pPr lvl="0"/>
            <a:r>
              <a:rPr/>
              <a:t>Try Google Dataset Search first: </a:t>
            </a:r>
            <a:r>
              <a:rPr>
                <a:latin typeface="Courier"/>
              </a:rPr>
              <a:t>datasetsearch.research.google.com</a:t>
            </a:r>
          </a:p>
          <a:p>
            <a:pPr lvl="0"/>
            <a:r>
              <a:rPr/>
              <a:t>Search for a topic you’re already interested in + the word “data” or “csv”</a:t>
            </a:r>
          </a:p>
          <a:p>
            <a:pPr lvl="0"/>
            <a:r>
              <a:rPr/>
              <a:t>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</a:p>
          <a:p>
            <a:pPr lvl="0"/>
            <a:r>
              <a:rPr/>
              <a:t>Messy is fine for this course — cleaning is the first two milestones</a:t>
            </a:r>
          </a:p>
          <a:p>
            <a:pPr lvl="0"/>
            <a:r>
              <a:rPr/>
              <a:t>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</a:t>
            </a:r>
          </a:p>
          <a:p>
            <a:pPr lvl="0"/>
            <a:r>
              <a:rPr/>
              <a:t>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</a:p>
          <a:p>
            <a:pPr lvl="0"/>
            <a:r>
              <a:rPr/>
              <a:t>Start with the variables: what is numeric? What is categorical?</a:t>
            </a:r>
          </a:p>
          <a:p>
            <a:pPr lvl="0"/>
            <a:r>
              <a:rPr/>
              <a:t>Ask: “what would I predict, before looking at the data?”</a:t>
            </a:r>
          </a:p>
          <a:p>
            <a:pPr lvl="0"/>
            <a:r>
              <a:rPr/>
              <a:t>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</a:p>
          <a:p>
            <a:pPr lvl="0"/>
            <a:r>
              <a:rPr/>
              <a:t>You need at least one X and one Y — two columns </a:t>
            </a:r>
            <a:r>
              <a:rPr i="1"/>
              <a:t>can</a:t>
            </a:r>
            <a:r>
              <a:rPr/>
              <a:t> be enough for regression</a:t>
            </a:r>
          </a:p>
          <a:p>
            <a:pPr lvl="0"/>
            <a:r>
              <a:rPr/>
              <a:t>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</a:p>
          <a:p>
            <a:pPr lvl="0"/>
            <a:r>
              <a:rPr/>
              <a:t>Submit M1 anyway — describe what you’ve done so far</a:t>
            </a:r>
          </a:p>
          <a:p>
            <a:pPr lvl="0"/>
            <a:r>
              <a:rPr/>
              <a:t>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</a:p>
          <a:p>
            <a:pPr lvl="0"/>
            <a:r>
              <a:rPr/>
              <a:t>Many analyses, none of which are interpreted</a:t>
            </a:r>
          </a:p>
          <a:p>
            <a:pPr lvl="0"/>
            <a:r>
              <a:rPr/>
              <a:t>A significant p-value with no plot showing the actual effect</a:t>
            </a:r>
          </a:p>
          <a:p>
            <a:pPr lvl="0"/>
            <a:r>
              <a:rPr/>
              <a:t>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Not complexity. Not novelty. </a:t>
            </a:r>
            <a:r>
              <a:rPr b="1"/>
              <a:t>Clarity and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 — Your Final Project Starts Now</dc:title>
  <dc:creator>Bill Perry</dc:creator>
  <cp:keywords/>
  <dc:description>Finding Real Data and your own projects</dc:description>
  <dcterms:created xsi:type="dcterms:W3CDTF">2026-10-19T16:10:18Z</dcterms:created>
  <dcterms:modified xsi:type="dcterms:W3CDTF">2026-10-19T16:10:18Z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13</vt:lpwstr>
  </property>
  <property fmtid="{D5CDD505-2E9C-101B-9397-08002B2CF9AE}" pid="13" name="resources">
    <vt:lpwstr/>
  </property>
  <property fmtid="{D5CDD505-2E9C-101B-9397-08002B2CF9AE}" pid="14" name="subtitle">
    <vt:lpwstr>Finding real data, asking a real question, and building toward a real answer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7</vt:lpwstr>
  </property>
</Properties>
</file>