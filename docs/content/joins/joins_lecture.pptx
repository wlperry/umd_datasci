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wide data to long; </a:t>
            </a:r>
            <a:r>
              <a:rPr b="1"/>
              <a:t>ANOVA</a:t>
            </a:r>
            <a:r>
              <a:rPr/>
              <a:t> — compared group means; </a:t>
            </a:r>
            <a:r>
              <a:rPr b="1"/>
              <a:t>Factors</a:t>
            </a:r>
            <a:r>
              <a:rPr/>
              <a:t> — controlled category order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pitched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mass_kg
  &lt;chr&gt;     &lt;date&gt;       &lt;chr&gt;        &lt;dbl&gt;
1 f07       2018-03-25   Snoqualmie    1.4 
2 f16       2018-04-11   Mt Rainier    5.52
3 f06       2018-04-29   Snoqualmie    2.06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 unmarked animals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 event is kept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 attribute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have a </a:t>
            </a:r>
            <a:r>
              <a:rPr b="1">
                <a:latin typeface="Courier"/>
              </a:rPr>
              <a:t>site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join_by(site)`</a:t>
            </a:r>
          </a:p>
          <a:p>
            <a:pPr lvl="0" indent="0" marL="0">
              <a:buNone/>
            </a:pPr>
            <a:r>
              <a:rPr/>
              <a:t>But </a:t>
            </a:r>
            <a:r>
              <a:rPr>
                <a:latin typeface="Courier"/>
              </a:rPr>
              <a:t>site</a:t>
            </a:r>
            <a:r>
              <a:rPr/>
              <a:t> means different things: the </a:t>
            </a:r>
            <a:r>
              <a:rPr b="1"/>
              <a:t>capture</a:t>
            </a:r>
            <a:r>
              <a:rPr/>
              <a:t> site vs the </a:t>
            </a:r>
            <a:r>
              <a:rPr b="1"/>
              <a:t>release</a:t>
            </a:r>
            <a:r>
              <a:rPr/>
              <a:t> site. Joining on it matches a capture to </a:t>
            </a:r>
            <a:r>
              <a:rPr i="1"/>
              <a:t>every fisher released at that site</a:t>
            </a:r>
            <a:r>
              <a:rPr/>
              <a:t> — the row count explodes and the animal ids are nonsense. </a:t>
            </a:r>
            <a:r>
              <a:rPr b="1"/>
              <a:t>No error.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Nothing throws an error, so nothing forces you to notice. </a:t>
            </a:r>
            <a:r>
              <a:rPr sz="2000">
                <a:latin typeface="Courier"/>
              </a:rPr>
              <a:t>captures_df</a:t>
            </a:r>
            <a:r>
              <a:rPr sz="2000"/>
              <a:t> and </a:t>
            </a:r>
            <a:r>
              <a:rPr sz="2000">
                <a:latin typeface="Courier"/>
              </a:rPr>
              <a:t>individuals_df</a:t>
            </a:r>
            <a:r>
              <a:rPr sz="2000"/>
              <a:t> both have a </a:t>
            </a:r>
            <a:r>
              <a:rPr sz="2000">
                <a:latin typeface="Courier"/>
              </a:rPr>
              <a:t>site</a:t>
            </a:r>
            <a:r>
              <a:rPr sz="2000"/>
              <a:t> column; dplyr matches on it happily and hands you hundreds of rows that pair a capture with the wrong animal. If the message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names a column you didn’t pick, treat it as a bug report, not a status update.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(in the lookup table) and same case/type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 mass_kg
  &lt;chr&gt;     &lt;chr&gt; &lt;chr&gt;     &lt;date&gt;                    &lt;dbl&gt;   &lt;dbl&gt;
1 F07       F     juvenile  2018-03-25                 -244    1.4 
2 F16       F     juvenile  2018-04-11                 -139    5.52
3 F06       F     adult     2018-04-29                 -301    2.06
4 F09       F     juvenile  2018-05-21                 -165    2.49
5 F06       F     adult     2018-05-30                 -270    1.4 
6 F02       F     juvenile  2018-06-08                 -153    4.21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2026-09-22T01:41:04Z</dcterms:created>
  <dcterms:modified xsi:type="dcterms:W3CDTF">2026-09-22T01:41:04Z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21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11</vt:lpwstr>
  </property>
</Properties>
</file>