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unmarked animals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event is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attribute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
  &lt;chr&gt;     &lt;chr&gt; &lt;chr&gt;     &lt;date&gt;                    &lt;dbl&gt;
1 F07       F     juvenile  2018-03-25                 -244
2 F16       F     juvenile  2018-04-11                 -139
3 F06       F     adult     2018-04-29                 -301
4 F09       F     juvenile  2018-05-21                 -165
5 F06       F     adult     2018-05-30                 -270
6 F02       F     juvenile  2018-06-08                 -153
# ℹ 1 more variable: mass_kg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2026-10-06T00:33:12Z</dcterms:created>
  <dcterms:modified xsi:type="dcterms:W3CDTF">2026-10-06T00:33:12Z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