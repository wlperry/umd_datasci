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F07       F     juvenile  2018-03-25                 -244
2 F16       F     juvenile  2018-04-11                 -139
3 F06       F     adult     2018-04-29                 -301
4 F09       F     juvenile  2018-05-21                 -165
5 F06       F     adult     2018-05-30                 -270
6 F02       F     juvenile  2018-06-08                 -153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2026-09-24T13:41:16Z</dcterms:created>
  <dcterms:modified xsi:type="dcterms:W3CDTF">2026-09-24T13:41:16Z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