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Lecture 15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NOAA’s wide ice file into a long, tidy table with </a:t>
            </a:r>
            <a:r>
              <a:rPr>
                <a:latin typeface="Courier"/>
              </a:rPr>
              <a:t>pivot_longer()</a:t>
            </a:r>
            <a:r>
              <a:rPr/>
              <a:t>, and back into a summary table with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/>
              <a:t>Fixed a real-world date wrinkle, then summarized and modelled the result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written</a:t>
            </a:r>
          </a:p>
          <a:p>
            <a:pPr lvl="0"/>
            <a:r>
              <a:rPr/>
              <a:t>But every analysis so far — tidy or not —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Four chunks:</a:t>
            </a:r>
            <a:r>
              <a:rPr sz="2000"/>
              <a:t> keys → </a:t>
            </a:r>
            <a:r>
              <a:rPr sz="2000">
                <a:latin typeface="Courier"/>
              </a:rPr>
              <a:t>left_join</a:t>
            </a:r>
            <a:r>
              <a:rPr sz="2000"/>
              <a:t> → the join family →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     mass_kg
  &lt;chr&gt;     &lt;date&gt;       &lt;chr&gt;             &lt;dbl&gt;
1 f03       2018-06-08   Mt Rainier         3.75
2 f09       2019-02-01   Gifford Pinchot    2.14
3 f07       2019-03-13   Okanogan           2.48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unmarked animals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event is kept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attribute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Halfway — Check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you can:</a:t>
            </a:r>
          </a:p>
          <a:p>
            <a:pPr lvl="0"/>
            <a:r>
              <a:rPr/>
              <a:t>Explain a key and why it must be unique (in the lookup table) and the same case/type in both tables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Still to come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what didn’t match, then build the analysis-ready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
  &lt;chr&gt;     &lt;chr&gt; &lt;chr&gt;     &lt;date&gt;                    &lt;dbl&gt;
1 F03       M     adult     2018-06-08                  121
2 F09       F     juvenile  2019-02-01                   91
3 F07       F     juvenile  2019-03-13                  109
4 F05       M     adult     2019-04-16                  158
5 F06       F     adult     2019-07-24                  150
6 F05       M     adult     2019-08-30                  294
# ℹ 1 more variable: mass_kg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— Joins: Combining Two Tables</dc:title>
  <dc:creator>Bill Perry</dc:creator>
  <cp:keywords/>
  <dc:description>Real projects spread data across several tables. This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2026-10-19T16:10:32Z</dcterms:created>
  <dcterms:modified xsi:type="dcterms:W3CDTF">2026-10-19T16:10:32Z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