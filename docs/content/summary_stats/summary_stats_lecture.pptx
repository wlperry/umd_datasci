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4
   teams              shade mass_g paper_mass_g
   &lt;chr&gt;              &lt;chr&gt;  &lt;dbl&gt;        &lt;dbl&gt;
 1 fighting_mongooses shady  0.920           NA
 2 Oscar_Karl         shady  0.454           NA
 3 Oscar_Karl         shady  0.371           NA
 4 Oscar_Karl         shady  0.351           NA
 5 Oscar_Karl         shady  0.453           NA
 6 Oscar_Karl         shady  0.344           NA
 7 Oscar_Karl         shady  0.426           NA
 8 Oscar_Karl         sunny  0.357           NA
 9 Oscar_Karl         sunny  0.348           NA
10 Oscar_Karl         sunny  0.511           NA
11 Oscar_Karl         sunny  0.230           NA
12 Oscar_Karl         sunny  0.304           NA
13 Oscar_Karl         sunny  0.282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rows that HAVE a value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The two counts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 se ci_lower ci_upper
  &lt;int&gt; &lt;dbl&gt;    &lt;dbl&gt; &lt;dbl&gt;  &lt;dbl&gt;    &lt;dbl&gt;    &lt;dbl&gt;
1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 se ci_lower ci_upper
  &lt;chr&gt; &lt;int&gt; &lt;dbl&gt;    &lt;dbl&gt; &lt;dbl&gt;  &lt;dbl&gt;    &lt;dbl&gt;    &lt;dbl&gt;
1 shady    28 0.523   0.0219 0.148 0.0280    0.466    0.580
2 sunny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2026-10-19T16:11:19Z</dcterms:created>
  <dcterms:modified xsi:type="dcterms:W3CDTF">2026-10-19T16:11:19Z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