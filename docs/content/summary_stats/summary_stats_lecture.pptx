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a reusable </a:t>
            </a:r>
            <a:r>
              <a:rPr>
                <a:latin typeface="Courier"/>
              </a:rPr>
              <a:t>summary_stats()</a:t>
            </a:r>
            <a:r>
              <a:rPr/>
              <a:t> helper, and using it one group at a time.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 It is exactly what our </a:t>
            </a:r>
            <a:r>
              <a:rPr sz="2000">
                <a:latin typeface="Courier"/>
              </a:rPr>
              <a:t>summary_stats()</a:t>
            </a:r>
            <a:r>
              <a:rPr sz="2000"/>
              <a:t> function below uses.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Function, All the Basics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(mean, variance, sd, se, ci_lower,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One call gives you </a:t>
            </a:r>
            <a:r>
              <a:rPr>
                <a:latin typeface="Courier"/>
              </a:rPr>
              <a:t>n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variance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</a:t>
            </a:r>
            <a:r>
              <a:rPr>
                <a:latin typeface="Courier"/>
              </a:rPr>
              <a:t>se</a:t>
            </a:r>
            <a:r>
              <a:rPr/>
              <a:t>, and a 95% CI</a:t>
            </a:r>
          </a:p>
          <a:p>
            <a:pPr lvl="0"/>
            <a:r>
              <a:rPr>
                <a:latin typeface="Courier"/>
              </a:rPr>
              <a:t>n = sum(!is.na())</a:t>
            </a:r>
            <a:r>
              <a:rPr/>
              <a:t> — no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work the NA problem, source </a:t>
            </a:r>
            <a:r>
              <a:rPr>
                <a:latin typeface="Courier"/>
              </a:rPr>
              <a:t>summary_stats()</a:t>
            </a:r>
            <a:r>
              <a:rPr/>
              <a:t>, and use it on one group with </a:t>
            </a:r>
            <a:r>
              <a:rPr>
                <a:latin typeface="Courier"/>
              </a:rPr>
              <a:t>filter()</a:t>
            </a:r>
            <a:r>
              <a:rPr/>
              <a:t>. Predict each output, type it, then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 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Variable type: numeric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/>
                  <a:t>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2026-09-22T01:41:38Z</dcterms:created>
  <dcterms:modified xsi:type="dcterms:W3CDTF">2026-09-22T01:41:38Z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