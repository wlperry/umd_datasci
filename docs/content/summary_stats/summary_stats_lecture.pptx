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5100"/>
                <a:gridCol w="622300"/>
                <a:gridCol w="1028700"/>
                <a:gridCol w="1435100"/>
                <a:gridCol w="520700"/>
                <a:gridCol w="520700"/>
                <a:gridCol w="520700"/>
                <a:gridCol w="520700"/>
                <a:gridCol w="520700"/>
                <a:gridCol w="520700"/>
                <a:gridCol w="520700"/>
                <a:gridCol w="622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2026-09-24T01:38:11Z</dcterms:created>
  <dcterms:modified xsi:type="dcterms:W3CDTF">2026-09-24T01:38:11Z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