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tree_df</a:t>
            </a:r>
            <a:r>
              <a:rPr/>
              <a:t> — </a:t>
            </a:r>
            <a:r>
              <a:rPr>
                <a:latin typeface="Courier"/>
              </a:rPr>
              <a:t>side</a:t>
            </a:r>
            <a:r>
              <a:rPr/>
              <a:t>, </a:t>
            </a:r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worksheet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Centre, Spread, and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median, variance, SD, SE, and the </a:t>
            </a:r>
            <a:r>
              <a:rPr>
                <a:latin typeface="Courier"/>
              </a:rPr>
              <a:t>length()</a:t>
            </a:r>
            <a:r>
              <a:rPr/>
              <a:t> trap.</a:t>
            </a:r>
          </a:p>
          <a:p>
            <a:pPr lvl="0" indent="0" marL="0">
              <a:buNone/>
            </a:pPr>
            <a:r>
              <a:rPr b="1"/>
              <a:t>🛑 After this chunk: Activity Parts 1–3 (mean, median, spread, and the NA problem).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Mean, median, spread, and the NA problem. Predict each output, type it, then run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Tidy Stats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summarizing many columns at once with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(weight_g, width_cm, height_cm),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weight_g width_cm height_cm
  &lt;chr&gt;    &lt;dbl&gt;    &lt;dbl&gt;     &lt;dbl&gt;
1 shady      7.8     17.3      27.9
2 sunny      3.8     13.7      22.3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mean_wt</a:t>
            </a:r>
            <a:r>
              <a:rPr/>
              <a:t>/</a:t>
            </a:r>
            <a:r>
              <a:rPr>
                <a:latin typeface="Courier"/>
              </a:rPr>
              <a:t>mean_ht</a:t>
            </a:r>
            <a:r>
              <a:rPr/>
              <a:t>/</a:t>
            </a:r>
            <a:r>
              <a:rPr>
                <a:latin typeface="Courier"/>
              </a:rPr>
              <a:t>mean_wd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R skills: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across()</a:t>
            </a:r>
            <a:r>
              <a:rPr/>
              <a:t> — one function, many columns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 by hand; counting correctly with NAs; group_by() + summarize(), across(), and skimr for describing our leaf data.</dc:description>
  <dcterms:created xsi:type="dcterms:W3CDTF">2026-09-03T14:16:19Z</dcterms:created>
  <dcterms:modified xsi:type="dcterms:W3CDTF">2026-09-03T14:16:19Z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