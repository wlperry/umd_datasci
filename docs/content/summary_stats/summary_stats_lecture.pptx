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tree_df</a:t>
            </a:r>
            <a:r>
              <a:rPr/>
              <a:t> — </a:t>
            </a:r>
            <a:r>
              <a:rPr>
                <a:latin typeface="Courier"/>
              </a:rPr>
              <a:t>side</a:t>
            </a:r>
            <a:r>
              <a:rPr/>
              <a:t>, </a:t>
            </a:r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(mean, median, spread, and the NA problem).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Mean, median, spread, and the NA problem.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weight_g width_cm height_cm
  &lt;chr&gt;    &lt;dbl&gt;    &lt;dbl&gt;     &lt;dbl&gt;
1 shady      7.8     17.3      27.9
2 sunny      3.8     13.7      22.3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mean_wt</a:t>
            </a:r>
            <a:r>
              <a:rPr/>
              <a:t>/</a:t>
            </a:r>
            <a:r>
              <a:rPr>
                <a:latin typeface="Courier"/>
              </a:rPr>
              <a:t>mean_ht</a:t>
            </a:r>
            <a:r>
              <a:rPr/>
              <a:t>/</a:t>
            </a:r>
            <a:r>
              <a:rPr>
                <a:latin typeface="Courier"/>
              </a:rPr>
              <a:t>mean_wd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2026-08-27T17:12:53Z</dcterms:created>
  <dcterms:modified xsi:type="dcterms:W3CDTF">2026-08-27T17:12:53Z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