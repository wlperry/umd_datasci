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    NA
 2 &lt;NA&gt;    1       Oscar_Karl  shady  0.454     53.6           0.36           NA
 3 &lt;NA&gt;    2       Oscar_Karl  shady  0.371     26.3           0.43           NA
 4 &lt;NA&gt;    3       Oscar_Karl  shady  0.351     57.8           0.48           NA
 5 &lt;NA&gt;    4       Oscar_Karl  shady  0.453     51.0           0.41           NA
 6 &lt;NA&gt;    5       Oscar_Karl  shady  0.344     37.0           0.25           NA
 7 &lt;NA&gt;    6       Oscar_Karl  shady  0.426     66.3           0.5            NA
 8 &lt;NA&gt;    1       Oscar_Karl  sunny  0.357     48.7           0.41           NA
 9 &lt;NA&gt;    2       Oscar_Karl  sunny  0.348     44.8           0.39           NA
10 &lt;NA&gt;    3       Oscar_Karl  sunny  0.511     63.4           0.53           NA
11 &lt;NA&gt;    4       Oscar_Karl  sunny  0.230     35.7           0.36           NA
12 &lt;NA&gt;    5       Oscar_Karl  sunny  0.304     51.3           0.43           NA
13 &lt;NA&gt;    6       Oscar_Karl  sunny  0.282     46.9           0.4 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the rows that HAVE a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40 × 8
   twig_id leaf_id teams shade mass_g petiole_mm thickness_mm paper_mass_g
   &lt;chr&gt;   &lt;chr&gt;   &lt;chr&gt; &lt;chr&gt;  &lt;dbl&gt;      &lt;dbl&gt;        &lt;dbl&gt;        &lt;dbl&gt;
 1 &lt;NA&gt;    &lt;NA&gt;    12345 sunny   0.4          79         0.15         0.21
 2 &lt;NA&gt;    &lt;NA&gt;    12345 sunny   0.48         63         0.14         0.21
 3 &lt;NA&gt;    &lt;NA&gt;    12345 sunny   0.34         68         0.14         0.21
 4 &lt;NA&gt;    &lt;NA&gt;    12345 sunny   0.65         35         0.15         0.24
 5 &lt;NA&gt;    &lt;NA&gt;    12345 sunny   0.27         34         0.11         0.15
 6 &lt;NA&gt;    &lt;NA&gt;    12345 sunny   0.43         40         0.16         0.34
 7 &lt;NA&gt;    &lt;NA&gt;    12345 shady   0.39         40         0.14         0.29
 8 &lt;NA&gt;    &lt;NA&gt;    12345 shady   0.45         65         0.15         0.25
 9 &lt;NA&gt;    &lt;NA&gt;    12345 shady   0.6          68         0.12         0.23
10 &lt;NA&gt;    &lt;NA&gt;    12345 shady   0.57         73         0.14         0.28
# ℹ 30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Look at the row counts: the two tables together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2026-09-24T01:52:18Z</dcterms:created>
  <dcterms:modified xsi:type="dcterms:W3CDTF">2026-09-24T01:52:18Z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