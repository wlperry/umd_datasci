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(load, the NA problem, and base-R stats).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sunny_mass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0.4000 0.4800 0.3400 0.6500 0.2700 0.4300 0.7366 0.4263 0.5682 0.7600
[11] 0.5777 0.1933 0.7912 0.4990 0.6882 0.4162 0.6185 1.0842 0.6649 0.3571
[21] 0.3484 0.5107 0.2303 0.3041 0.2817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mass:"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mass: 0.505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pull(mass_g)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0.521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0.0442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0.0219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0.21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0.148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(shady_mass))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0.042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28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0.028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masses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masses = 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0.505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0.21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0.042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work the NA problem, and compute mean / median / spread in base R.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   n mean_mass med_mass sd_mass se_mass
  &lt;chr&gt; &lt;int&gt;     &lt;dbl&gt;    &lt;dbl&gt;   &lt;dbl&gt;   &lt;dbl&gt;
1 shady    28     0.523    0.521   0.148   0.028
2 sunny    25     0.505    0.48    0.21    0.042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—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sd_mass</a:t>
            </a:r>
            <a:r>
              <a:rPr/>
              <a:t> → </a:t>
            </a:r>
            <a:r>
              <a:rPr>
                <a:latin typeface="Courier"/>
              </a:rPr>
              <a:t>se_mass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mean_thick mean_pet
  &lt;chr&gt; &lt;int&gt;     &lt;dbl&gt;      &lt;dbl&gt;    &lt;dbl&gt;
1 shady    28     0.523      0.356     56.7
2 sunny    25     0.505      0.29      54.4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full column summaries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800"/>
                <a:gridCol w="673100"/>
                <a:gridCol w="1117600"/>
                <a:gridCol w="1574800"/>
                <a:gridCol w="444500"/>
                <a:gridCol w="444500"/>
                <a:gridCol w="673100"/>
                <a:gridCol w="10160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571500"/>
                <a:gridCol w="952500"/>
                <a:gridCol w="1333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▁▁▅▇▂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44.85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▆▇▂▃▅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▇▆▃▇▂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▇▂▃▁▂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▁▇▃▂▃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▂▇▃▅▅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2026-09-10T14:26:06Z</dcterms:created>
  <dcterms:modified xsi:type="dcterms:W3CDTF">2026-09-10T14:26:06Z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