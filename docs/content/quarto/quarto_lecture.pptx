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tree_df flows down into filter(side == “sunny”), then flows down into summary(), read as “take tree_df,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inline code is worth the syntax: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 without you retyping a single number.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2026-08-27T17:12:38Z</dcterms:created>
  <dcterms:modified xsi:type="dcterms:W3CDTF">2026-08-27T17:12:38Z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