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chunk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(the three plots and the summary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label starts with </a:t>
            </a:r>
            <a:r>
              <a:rPr sz="2000">
                <a:latin typeface="Courier"/>
              </a:rPr>
              <a:t>fig-</a:t>
            </a:r>
            <a:r>
              <a:rPr sz="2000"/>
              <a:t>. What will the caption under the plot start with?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 of the tree. Points are individual leaves."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270000"/>
            <a:ext cx="34925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 of the tree. Points are individual leaves.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plot as Activity 03 — only the </a:t>
            </a:r>
            <a:r>
              <a:rPr>
                <a:latin typeface="Courier"/>
              </a:rPr>
              <a:t>#|</a:t>
            </a:r>
            <a:r>
              <a:rPr/>
              <a:t> lines are new</a:t>
            </a:r>
          </a:p>
          <a:p>
            <a:pPr lvl="0"/>
            <a:r>
              <a:rPr>
                <a:latin typeface="Courier"/>
              </a:rPr>
              <a:t>fig-</a:t>
            </a:r>
            <a:r>
              <a:rPr/>
              <a:t> label → </a:t>
            </a:r>
            <a:r>
              <a:rPr b="1"/>
              <a:t>“Figure 1”</a:t>
            </a:r>
            <a:r>
              <a:rPr/>
              <a:t> in the caption</a:t>
            </a:r>
          </a:p>
          <a:p>
            <a:pPr lvl="0"/>
            <a:r>
              <a:rPr>
                <a:latin typeface="Courier"/>
              </a:rPr>
              <a:t>fig-width</a:t>
            </a:r>
            <a:r>
              <a:rPr/>
              <a:t> / </a:t>
            </a:r>
            <a:r>
              <a:rPr>
                <a:latin typeface="Courier"/>
              </a:rPr>
              <a:t>fig-height</a:t>
            </a:r>
            <a:r>
              <a:rPr/>
              <a:t> size </a:t>
            </a:r>
            <a:r>
              <a:rPr b="1"/>
              <a:t>this</a:t>
            </a:r>
            <a:r>
              <a:rPr/>
              <a:t> plot only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270000"/>
            <a:ext cx="34925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 of the tree.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Predict:</a:t>
            </a:r>
            <a:r>
              <a:rPr sz="2000"/>
              <a:t> The error bars overlap almost completely. Keep that picture in mind — it predicts the t-test at the end.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71600"/>
            <a:ext cx="4432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 of the tree.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on each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Fill in the three plot chunks and the summary-table chunk. Render after </a:t>
            </a:r>
            <a:r>
              <a:rPr b="1"/>
              <a:t>each</a:t>
            </a:r>
            <a:r>
              <a:rPr/>
              <a:t> one — check that every figure and table gets a number.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(t-test, then render all three and hand in).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two-sample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two-sample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Run the Welch’s t-test, add the results table and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2026-09-24T01:21:17Z</dcterms:created>
  <dcterms:modified xsi:type="dcterms:W3CDTF">2026-09-24T01:21:17Z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