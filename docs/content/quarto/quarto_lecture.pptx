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Learning to </a:t>
            </a:r>
            <a:r>
              <a:rPr sz="2000" i="1"/>
              <a:t>read</a:t>
            </a:r>
            <a:r>
              <a:rPr sz="2000"/>
              <a:t> that message is the whole skill. When it happens to you, you’ll go straight to the repeated name.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2026-07-05T19:43:36Z</dcterms:created>
  <dcterms:modified xsi:type="dcterms:W3CDTF">2026-07-05T19:43:36Z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