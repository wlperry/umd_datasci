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leaf_df flows down into filter(shade == “sunny”), then flows down into summary(), read as “take leaf_df,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Computed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printing a computed table so the report always matches the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summary and print it into the report).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leaf_box_plot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Computed values — let the chunk print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builds a one-row-per-group summary. How many rows and columns will the printed table have?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 the numbers in a chunk and </a:t>
            </a:r>
            <a:r>
              <a:rPr b="1"/>
              <a:t>print the result</a:t>
            </a:r>
            <a:r>
              <a:rPr/>
              <a:t> — then refer to it in your prose: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means}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 &lt;- leaf_df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summary_df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Then, in the text:</a:t>
            </a:r>
          </a:p>
          <a:p>
            <a:pPr lvl="0" indent="0" marL="1270000">
              <a:buNone/>
            </a:pPr>
            <a:r>
              <a:rPr sz="2000"/>
              <a:t>Read the mean mass for each side from the </a:t>
            </a:r>
            <a:r>
              <a:rPr sz="2000">
                <a:latin typeface="Courier"/>
              </a:rPr>
              <a:t>mean_mass</a:t>
            </a:r>
            <a:r>
              <a:rPr sz="2000"/>
              <a:t> column of the table above.</a:t>
            </a:r>
          </a:p>
          <a:p>
            <a:pPr lvl="0"/>
            <a:r>
              <a:rPr/>
              <a:t>The numbers are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press Render → the table fixes itself</a:t>
            </a:r>
          </a:p>
          <a:p>
            <a:pPr lvl="0"/>
            <a:r>
              <a:rPr/>
              <a:t>No copy-paste, no stale numbers in your writing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every number your reader sees inside a chunk’s </a:t>
            </a:r>
            <a:r>
              <a:rPr sz="2000" b="1"/>
              <a:t>printed output</a:t>
            </a:r>
            <a:r>
              <a:rPr sz="2000"/>
              <a:t> (a table or a </a:t>
            </a:r>
            <a:r>
              <a:rPr sz="2000">
                <a:latin typeface="Courier"/>
              </a:rPr>
              <a:t>cat()</a:t>
            </a:r>
            <a:r>
              <a:rPr sz="2000"/>
              <a:t> line). Your prose then </a:t>
            </a:r>
            <a:r>
              <a:rPr sz="2000" i="1"/>
              <a:t>points at</a:t>
            </a:r>
            <a:r>
              <a:rPr sz="2000"/>
              <a:t> the results instead of restating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chunk that computes the value must run </a:t>
            </a:r>
            <a:r>
              <a:rPr sz="2000" b="1"/>
              <a:t>above</a:t>
            </a:r>
            <a:r>
              <a:rPr sz="2000"/>
              <a:t> the text that refers to it — Quarto renders top to bottom.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group-means summary in a chunk and print it into the report. Predict the shape of the table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 b="1"/>
              <a:t>Compute values in a chunk and print them</a:t>
            </a:r>
            <a:r>
              <a:rPr/>
              <a:t> so the report always matches the data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2026-09-23T17:37:08Z</dcterms:created>
  <dcterms:modified xsi:type="dcterms:W3CDTF">2026-09-23T17:37:08Z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