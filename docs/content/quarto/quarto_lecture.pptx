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Figures</a:t>
            </a:r>
            <a:r>
              <a:rPr/>
              <a:t> — boxplots and mean ± SE plots, saved as PNG (GGPlot I)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You now have a complete descriptive analysis of the leaf data. Today we turn that pile of code into a </a:t>
            </a:r>
            <a:r>
              <a:rPr sz="2000" b="1"/>
              <a:t>report a human can read</a:t>
            </a:r>
            <a:r>
              <a:rPr sz="2000"/>
              <a:t> — before we even get to formal hypothesis testing.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then press Render — every table, figure, and sentence downstream updates to match.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054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the pipe operator: tree_df flows down into filter(side == “sunny”), then flows down into summary(), read as “take tree_df, then filter, then summarise.”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Same philosophy as Lecture 02: </a:t>
            </a:r>
            <a:r>
              <a:rPr sz="2000" b="1"/>
              <a:t>never overwrite your raw numbers</a:t>
            </a:r>
            <a:r>
              <a:rPr sz="2000"/>
              <a:t> — let the document rebuild from them.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1 now</a:t>
            </a:r>
          </a:p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Once you know to read the error for the chunk name, you’ll go straight to the repeated label instead of guessing.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2–4 now</a:t>
            </a:r>
          </a:p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Inline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inline </a:t>
            </a:r>
            <a:r>
              <a:rPr>
                <a:latin typeface="Courier"/>
              </a:rPr>
              <a:t>`r `</a:t>
            </a:r>
            <a:r>
              <a:rPr/>
              <a:t> to drop live numbers into sentences.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value and drop it into a sentence).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Inline code — numbers inside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</a:t>
            </a:r>
            <a:r>
              <a:rPr sz="2000">
                <a:latin typeface="Courier"/>
              </a:rPr>
              <a:t>mean(shady_wt)</a:t>
            </a:r>
            <a:r>
              <a:rPr sz="2000"/>
              <a:t> is 7.8, what exact sentence will render from the inline-code line below? Say it out loud before you check.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a live result </a:t>
            </a:r>
            <a:r>
              <a:rPr b="1"/>
              <a:t>into a sentence</a:t>
            </a:r>
            <a:r>
              <a:rPr/>
              <a:t> with </a:t>
            </a:r>
            <a:r>
              <a:rPr>
                <a:latin typeface="Courier"/>
              </a:rPr>
              <a:t>`r `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Shady leaves averaged `# r mean(shady_wt)` g.</a:t>
            </a:r>
          </a:p>
          <a:p>
            <a:pPr lvl="0" indent="0" marL="0">
              <a:buNone/>
            </a:pPr>
            <a:r>
              <a:rPr/>
              <a:t>renders as:</a:t>
            </a:r>
          </a:p>
          <a:p>
            <a:pPr lvl="0" indent="0" marL="1270000">
              <a:buNone/>
            </a:pPr>
            <a:r>
              <a:rPr sz="2000"/>
              <a:t>Shady leaves averaged </a:t>
            </a:r>
            <a:r>
              <a:rPr sz="2000" b="1"/>
              <a:t>7.8</a:t>
            </a:r>
            <a:r>
              <a:rPr sz="2000"/>
              <a:t> g.</a:t>
            </a:r>
          </a:p>
          <a:p>
            <a:pPr lvl="0"/>
            <a:r>
              <a:rPr/>
              <a:t>The number is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the sentence fixes itself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inline code is worth the syntax: your </a:t>
            </a:r>
            <a:r>
              <a:rPr sz="2000" i="1"/>
              <a:t>prose</a:t>
            </a:r>
            <a:r>
              <a:rPr sz="2000"/>
              <a:t> stays true to your </a:t>
            </a:r>
            <a:r>
              <a:rPr sz="2000" i="1"/>
              <a:t>data</a:t>
            </a:r>
            <a:r>
              <a:rPr sz="2000"/>
              <a:t> without you retyping a single number.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Inline code only works if the object exists. Load and compute it in a chunk </a:t>
            </a:r>
            <a:r>
              <a:rPr sz="2000" b="1"/>
              <a:t>above</a:t>
            </a:r>
            <a:r>
              <a:rPr sz="2000"/>
              <a:t> the sentence.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5 now</a:t>
            </a:r>
          </a:p>
          <a:p>
            <a:pPr lvl="0" indent="0" marL="0">
              <a:buNone/>
            </a:pPr>
            <a:r>
              <a:rPr/>
              <a:t>Compute a group mean, then insert it into a sentence with inline code. Predict the number that will appear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6–7 now</a:t>
            </a:r>
          </a:p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/>
              <a:t>Put a </a:t>
            </a:r>
            <a:r>
              <a:rPr b="1"/>
              <a:t>live number in a sentence</a:t>
            </a:r>
            <a:r>
              <a:rPr/>
              <a:t> with inline code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06 summary statistics,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 — including the t-test you’ll run in Lecture 09.</a:t>
            </a:r>
          </a:p>
          <a:p>
            <a:pPr lvl="0" indent="0" marL="0">
              <a:buNone/>
            </a:pPr>
            <a:r>
              <a:rPr b="1"/>
              <a:t>Up next — Lecture 08 (Flex/Catch-up), then Lecture 09:</a:t>
            </a:r>
          </a:p>
          <a:p>
            <a:pPr lvl="0"/>
            <a:r>
              <a:rPr/>
              <a:t>The two-sample t-test — formally testing our leaf hypothesis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2026-08-27T20:06:22Z</dcterms:created>
  <dcterms:modified xsi:type="dcterms:W3CDTF">2026-08-27T20:06:22Z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Why Quarto? Code chunks, Markdown, and a professional Word document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