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top of the project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From here on, every analysis can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It is 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the assumptions first — normality (Shapiro–Wilk) and equal variances (Levene’s)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2026-09-24T13:41:37Z</dcterms:created>
  <dcterms:modified xsi:type="dcterms:W3CDTF">2026-09-24T13:41:37Z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