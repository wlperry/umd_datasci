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Welch’s t-test</a:t>
            </a:r>
            <a:r>
              <a:rPr/>
              <a:t> — shady leaves significantly heavier than sunny</a:t>
            </a:r>
          </a:p>
          <a:p>
            <a:pPr lvl="0"/>
            <a:r>
              <a:rPr b="1"/>
              <a:t>Figures</a:t>
            </a:r>
            <a:r>
              <a:rPr/>
              <a:t> — boxplots and mean ± SE, saved as PNG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now have a complete analysis and a real result. Today we turn that pile of code into a </a:t>
            </a:r>
            <a:r>
              <a:rPr sz="2000" b="1"/>
              <a:t>report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press Render. Done.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308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Learning to </a:t>
            </a:r>
            <a:r>
              <a:rPr sz="2000" i="1"/>
              <a:t>read</a:t>
            </a:r>
            <a:r>
              <a:rPr sz="2000"/>
              <a:t> that message is the whole skill. When it happens to you, you’ll go straight to the repeated name.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Inline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inline </a:t>
            </a:r>
            <a:r>
              <a:rPr>
                <a:latin typeface="Courier"/>
              </a:rPr>
              <a:t>`r `</a:t>
            </a:r>
            <a:r>
              <a:rPr/>
              <a:t> to drop live numbers into sentences.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value and drop it into a sentence).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</a:t>
            </a:r>
            <a:r>
              <a:rPr sz="2000">
                <a:latin typeface="Courier"/>
              </a:rPr>
              <a:t>mean(shady_wt)</a:t>
            </a:r>
            <a:r>
              <a:rPr sz="2000"/>
              <a:t> is 7.8, what exact sentence will render from the inline-code line below? Say it out loud before you check.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magic of Quarto: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, automatically.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a group mean, then insert it into a sentence with inline code. Predict the number that will appear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04 t-test,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itself.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Linear regression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2026-07-05T20:06:15Z</dcterms:created>
  <dcterms:modified xsi:type="dcterms:W3CDTF">2026-07-05T20:06:15Z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Why Quarto? Code chunks, Markdown, and a professional Word document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