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Figures</a:t>
            </a:r>
            <a:r>
              <a:rPr/>
              <a:t> — boxplots and mean ± SE plots, saved as PNG (GGPlot I)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You now have a complete descriptive analysis of the leaf data. Today we turn that pile of code into a </a:t>
            </a:r>
            <a:r>
              <a:rPr sz="2000" b="1"/>
              <a:t>report a human can read</a:t>
            </a:r>
            <a:r>
              <a:rPr sz="2000"/>
              <a:t> — before we even get to formal hypothesis testing.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then press Render — every table, figure, and sentence downstream updates to match.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054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the pipe operator: leaf_df flows down into filter(shade == “sunny”), then flows down into summary(), read as “take leaf_df, then filter, then summarise.”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Same philosophy as Lecture 02: </a:t>
            </a:r>
            <a:r>
              <a:rPr sz="2000" b="1"/>
              <a:t>never overwrite your raw numbers</a:t>
            </a:r>
            <a:r>
              <a:rPr sz="2000"/>
              <a:t> — let the document rebuild from them.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1 now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Once you know to read the error for the chunk name, you’ll go straight to the repeated label instead of guessing.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2–4 now</a:t>
            </a:r>
          </a:p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Computed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printing a computed table so the report always matches the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summary and print it into the report).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Computed values — let the chunk print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builds a one-row-per-group summary. How many rows and columns will the printed table have?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the numbers in a chunk and </a:t>
            </a:r>
            <a:r>
              <a:rPr b="1"/>
              <a:t>print the result</a:t>
            </a:r>
            <a:r>
              <a:rPr/>
              <a:t> — then refer to it in your prose: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means}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leaf_df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Then, in the text:</a:t>
            </a:r>
          </a:p>
          <a:p>
            <a:pPr lvl="0" indent="0" marL="1270000">
              <a:buNone/>
            </a:pPr>
            <a:r>
              <a:rPr sz="2000"/>
              <a:t>Read the mean mass for each side from the </a:t>
            </a:r>
            <a:r>
              <a:rPr sz="2000">
                <a:latin typeface="Courier"/>
              </a:rPr>
              <a:t>mean_mass</a:t>
            </a:r>
            <a:r>
              <a:rPr sz="2000"/>
              <a:t> column of the table above.</a:t>
            </a:r>
          </a:p>
          <a:p>
            <a:pPr lvl="0"/>
            <a:r>
              <a:rPr/>
              <a:t>The numbers are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press Render → the table fixes itself</a:t>
            </a:r>
          </a:p>
          <a:p>
            <a:pPr lvl="0"/>
            <a:r>
              <a:rPr/>
              <a:t>No copy-paste, no stale numbers in your writing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every number your reader sees inside a chunk’s </a:t>
            </a:r>
            <a:r>
              <a:rPr sz="2000" b="1"/>
              <a:t>printed output</a:t>
            </a:r>
            <a:r>
              <a:rPr sz="2000"/>
              <a:t> (a table or a </a:t>
            </a:r>
            <a:r>
              <a:rPr sz="2000">
                <a:latin typeface="Courier"/>
              </a:rPr>
              <a:t>cat()</a:t>
            </a:r>
            <a:r>
              <a:rPr sz="2000"/>
              <a:t> line). Your prose then </a:t>
            </a:r>
            <a:r>
              <a:rPr sz="2000" i="1"/>
              <a:t>points at</a:t>
            </a:r>
            <a:r>
              <a:rPr sz="2000"/>
              <a:t> the results instead of restating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chunk that computes the value must run </a:t>
            </a:r>
            <a:r>
              <a:rPr sz="2000" b="1"/>
              <a:t>above</a:t>
            </a:r>
            <a:r>
              <a:rPr sz="2000"/>
              <a:t> the text that refers to it — Quarto renders top to bottom.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5 now</a:t>
            </a:r>
          </a:p>
          <a:p>
            <a:pPr lvl="0" indent="0" marL="0">
              <a:buNone/>
            </a:pPr>
            <a:r>
              <a:rPr/>
              <a:t>Compute a group-means summary in a chunk and print it into the report. Predict the shape of the table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6–7 now</a:t>
            </a:r>
          </a:p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 b="1"/>
              <a:t>Compute values in a chunk and print them</a:t>
            </a:r>
            <a:r>
              <a:rPr/>
              <a:t> so the report always matches the data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06 summary statistics,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 — including the t-test you’ll run in Lecture 09.</a:t>
            </a:r>
          </a:p>
          <a:p>
            <a:pPr lvl="0" indent="0" marL="0">
              <a:buNone/>
            </a:pPr>
            <a:r>
              <a:rPr b="1"/>
              <a:t>Up next — Lecture 08 (Flex/Catch-up), then Lecture 09:</a:t>
            </a:r>
          </a:p>
          <a:p>
            <a:pPr lvl="0"/>
            <a:r>
              <a:rPr/>
              <a:t>The two-sample t-test — formally testing our leaf hypothesis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2026-09-22T14:01:29Z</dcterms:created>
  <dcterms:modified xsi:type="dcterms:W3CDTF">2026-09-22T14:01:29Z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Why Quarto? Code chunks, Markdown, and a professional Word document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