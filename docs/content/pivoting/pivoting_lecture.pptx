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
  &lt;chr&gt;  &lt;dbl&gt; &lt;dbl&gt; &lt;dbl&gt; &lt;dbl&gt; &lt;dbl&gt; &lt;dbl&gt; &lt;dbl&gt; &lt;dbl&gt; &lt;dbl&gt;
1 Nov-10    NA    NA    NA    NA    NA    NA    NA    NA    NA
2 Nov-11    NA    NA    NA    NA    NA    NA    NA    NA    NA
3 Nov-12    NA    NA    NA    NA    NA    NA    NA    NA    NA
4 Nov-13    NA    NA    NA    NA    NA    NA    NA    NA    NA
5 Nov-14    NA    NA    NA    NA    NA    NA    NA    NA    NA
6 Nov-15    NA    NA    NA    NA    NA    NA    NA    NA    NA
# ℹ 45 more variables: X1982 &lt;dbl&gt;, X1983 &lt;dbl&gt;, X1984 &lt;dbl&gt;,
#   X1985 &lt;dbl&gt;, X1986 &lt;dbl&gt;, X1987 &lt;dbl&gt;, X1988 &lt;dbl&gt;,
#   X1989 &lt;dbl&gt;, X1990 &lt;dbl&gt;, X1991 &lt;dbl&gt;, X1992 &lt;dbl&gt;,
#   X1993 &lt;dbl&gt;, X1994 &lt;dbl&gt;, X1995 &lt;dbl&gt;, X1996 &lt;dbl&gt;,
#   X1997 &lt;dbl&gt;, X1998 &lt;dbl&gt;, X1999 &lt;dbl&gt;, X2000 &lt;dbl&gt;,
#   X2001 &lt;dbl&gt;, X2002 &lt;dbl&gt;, X2003 &lt;dbl&gt;, X2004 &lt;dbl&gt;,
#   X2005 &lt;dbl&gt;, X2006 &lt;dbl&gt;, X2007 &lt;dbl&gt;, X2008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11/13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how many percentage points of max ice cover change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12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Superior’s, predicting first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2026-09-29T13:28:22Z</dcterms:created>
  <dcterms:modified xsi:type="dcterms:W3CDTF">2026-09-29T13:28:22Z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