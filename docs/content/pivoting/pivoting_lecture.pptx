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Downloaded real data from inside R</a:t>
            </a:r>
            <a:r>
              <a:rPr/>
              <a:t> — NOAA’s </a:t>
            </a:r>
            <a:r>
              <a:rPr>
                <a:latin typeface="Courier"/>
              </a:rPr>
              <a:t>GSODR</a:t>
            </a:r>
            <a:r>
              <a:rPr/>
              <a:t> package, Duluth station</a:t>
            </a:r>
          </a:p>
          <a:p>
            <a:pPr lvl="0"/>
            <a:r>
              <a:rPr b="1"/>
              <a:t>Raw vs. summarized data</a:t>
            </a:r>
            <a:r>
              <a:rPr/>
              <a:t> — daily data hides trends; </a:t>
            </a:r>
            <a:r>
              <a:rPr>
                <a:latin typeface="Courier"/>
              </a:rPr>
              <a:t>group_by() %&gt;% summarize()</a:t>
            </a:r>
            <a:r>
              <a:rPr/>
              <a:t> reveals them</a:t>
            </a:r>
          </a:p>
          <a:p>
            <a:pPr lvl="0"/>
            <a:r>
              <a:rPr b="1"/>
              <a:t>Reused </a:t>
            </a:r>
            <a:r>
              <a:rPr b="1">
                <a:latin typeface="Courier"/>
              </a:rPr>
              <a:t>lm()</a:t>
            </a:r>
            <a:r>
              <a:rPr/>
              <a:t> to estimate a rate of change — °C per year, converted to °C per decade</a:t>
            </a:r>
          </a:p>
          <a:p>
            <a:pPr lvl="0"/>
            <a:r>
              <a:rPr b="1">
                <a:latin typeface="Courier"/>
              </a:rPr>
              <a:t>case_when()</a:t>
            </a:r>
            <a:r>
              <a:rPr/>
              <a:t> to build a new categorical variable — summer vs. winter</a:t>
            </a:r>
          </a:p>
          <a:p>
            <a:pPr lvl="0"/>
            <a:r>
              <a:rPr b="1"/>
              <a:t>Compared two group-specific models</a:t>
            </a:r>
            <a:r>
              <a:rPr/>
              <a:t> — found winter warming faster than summer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Duluth’s weather data came to us </a:t>
            </a:r>
            <a:r>
              <a:rPr sz="2000" b="1"/>
              <a:t>already tidy</a:t>
            </a:r>
          </a:p>
          <a:p>
            <a:pPr lvl="1"/>
            <a:r>
              <a:rPr sz="2000"/>
              <a:t>one row per day,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 — the gap between guess and answer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This is the single most important reshaping skill in all of data science — almost every messy dataset needs this.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06’s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You will use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constantly in your own research.</a:t>
            </a:r>
            <a:r>
              <a:rPr sz="2000"/>
              <a:t> This is one of the most-used functions in the entire tidyverse.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06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°C-equivalent: percentage points of max ice cover,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06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Wide, Long, and Wild: Pivoting Real Data</dc:title>
  <dc:creator>Bill Perry</dc:creator>
  <cp:keywords/>
  <dc:description>Lake Superior Ice Data and how to pivot and summarize data.</dc:description>
  <dcterms:created xsi:type="dcterms:W3CDTF">2026-07-05T19:53:02Z</dcterms:created>
  <dcterms:modified xsi:type="dcterms:W3CDTF">2026-07-05T19:53:02Z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9</vt:lpwstr>
  </property>
  <property fmtid="{D5CDD505-2E9C-101B-9397-08002B2CF9AE}" pid="14" name="resources">
    <vt:lpwstr/>
  </property>
  <property fmtid="{D5CDD505-2E9C-101B-9397-08002B2CF9AE}" pid="15" name="subtitle">
    <vt:lpwstr>Reshaping Lake Superior ice cover data with pivot_longer() and pivot_wider()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5</vt:lpwstr>
  </property>
</Properties>
</file>