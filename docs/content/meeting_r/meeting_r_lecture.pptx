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2026-09-10</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tree_project/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5E5E5E"/>
                </a:solidFill>
                <a:latin typeface="Courier"/>
              </a:rPr>
              <a:t># define the point position ONCE, at the top, so every layer can reuse it</a:t>
            </a:r>
            <a:br/>
            <a:r>
              <a:rPr>
                <a:solidFill>
                  <a:srgbClr val="003B4F"/>
                </a:solidFill>
                <a:latin typeface="Courier"/>
              </a:rPr>
              <a:t>jitter_pos &lt;-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b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jitter_pos,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1270000">
              <a:buNone/>
            </a:pPr>
            <a:r>
              <a:rPr sz="2000" b="1"/>
              <a:t>Note</a:t>
            </a:r>
          </a:p>
          <a:p>
            <a:pPr lvl="0" indent="0" marL="1270000">
              <a:buNone/>
            </a:pPr>
            <a:r>
              <a:rPr sz="2000" b="1"/>
              <a:t>Why </a:t>
            </a:r>
            <a:r>
              <a:rPr sz="2000" b="1">
                <a:latin typeface="Courier"/>
              </a:rPr>
              <a:t>position_jitter()</a:t>
            </a:r>
            <a:r>
              <a:rPr sz="2000" b="1"/>
              <a:t> in a variable?</a:t>
            </a:r>
          </a:p>
          <a:p>
            <a:pPr lvl="0" indent="0" marL="1270000">
              <a:buNone/>
            </a:pPr>
            <a:r>
              <a:rPr sz="2000">
                <a:latin typeface="Courier"/>
              </a:rPr>
              <a:t>geom_point()</a:t>
            </a:r>
            <a:r>
              <a:rPr sz="2000"/>
              <a:t> alone stacks every leaf on one vertical line. </a:t>
            </a:r>
            <a:r>
              <a:rPr sz="2000">
                <a:latin typeface="Courier"/>
              </a:rPr>
              <a:t>position_jitter(width = 0.15)</a:t>
            </a:r>
            <a:r>
              <a:rPr sz="2000"/>
              <a:t> nudges them sideways so you can see each one; </a:t>
            </a:r>
            <a:r>
              <a:rPr sz="2000">
                <a:latin typeface="Courier"/>
              </a:rPr>
              <a:t>seed = 42</a:t>
            </a:r>
            <a:r>
              <a:rPr sz="2000"/>
              <a:t> keeps that random nudge identical every time you render. Storing it in </a:t>
            </a:r>
            <a:r>
              <a:rPr sz="2000">
                <a:latin typeface="Courier"/>
              </a:rPr>
              <a:t>jitter_pos</a:t>
            </a:r>
            <a:r>
              <a:rPr sz="2000"/>
              <a:t> means the </a:t>
            </a:r>
            <a:r>
              <a:rPr sz="2000" i="1"/>
              <a:t>next</a:t>
            </a:r>
            <a:r>
              <a:rPr sz="2000"/>
              <a:t> layer (a mean, an error bar, a connecting line) can sit at the exact same spot.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2026-09-10T14:25:44Z</dcterms:created>
  <dcterms:modified xsi:type="dcterms:W3CDTF">2026-09-10T14:25:44Z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2026-09-10</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