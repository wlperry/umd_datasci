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2026-09-14</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leaf_project/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shade column (character), mass_g column (numeric), and petiole_mm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filter(shade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0">
              <a:buNone/>
            </a:pPr>
            <a:r>
              <a:rPr>
                <a:latin typeface="Courier"/>
              </a:rPr>
              <a:t>geom_jitter()</a:t>
            </a:r>
            <a:r>
              <a:rPr/>
              <a:t> is just </a:t>
            </a:r>
            <a:r>
              <a:rPr>
                <a:latin typeface="Courier"/>
              </a:rPr>
              <a:t>geom_point()</a:t>
            </a:r>
            <a:r>
              <a:rPr/>
              <a:t> with a small sideways nudge (</a:t>
            </a:r>
            <a:r>
              <a:rPr>
                <a:latin typeface="Courier"/>
              </a:rPr>
              <a:t>width = 0.15</a:t>
            </a:r>
            <a:r>
              <a:rPr/>
              <a:t>) so overlapping leaves don’t hide behind each other.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mass boxplot ready to save as a PNG.</a:t>
            </a:r>
          </a:p>
          <a:p>
            <a:pPr lvl="0" indent="0" marL="1270000">
              <a:buNone/>
            </a:pPr>
            <a:r>
              <a:rPr sz="2000"/>
              <a:t>Screenshot of the Save Plot dialog in Positron’s Plots pane, with the leaf mass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2026-09-14T23:54:38Z</dcterms:created>
  <dcterms:modified xsi:type="dcterms:W3CDTF">2026-09-14T23:54:38Z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2026-09-14</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