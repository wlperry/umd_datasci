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2026-09-04</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tree_project/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5E5E5E"/>
                </a:solidFill>
                <a:latin typeface="Courier"/>
              </a:rPr>
              <a:t># the two above are about the same but I prefer the lower one for a few reasons....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2026-09-04T20:06:35Z</dcterms:created>
  <dcterms:modified xsi:type="dcterms:W3CDTF">2026-09-04T20:06:35Z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