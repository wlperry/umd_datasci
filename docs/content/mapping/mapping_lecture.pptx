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Naming the state you expect to be darkest </a:t>
            </a:r>
            <a:r>
              <a:rPr sz="2000" i="1"/>
              <a:t>before</a:t>
            </a:r>
            <a:r>
              <a:rPr sz="2000"/>
              <a:t> it renders is what makes you look at the result instead of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have a specific argument order — typing them is what makes it stick.</a:t>
            </a:r>
          </a:p>
          <a:p>
            <a:pPr lvl="0"/>
            <a:r>
              <a:rPr sz="2000"/>
              <a:t>Spatial objects, basemaps, joins and projections each get their own chunk, so a CRS mismatch doesn’t get confused with a join-key mismatch.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state latitude longitude classification
  &lt;chr&gt;                   &lt;chr&gt;    &lt;dbl&gt;     &lt;dbl&gt; &lt;chr&gt;         
1 &lt;NA&gt;                    Alab…     NA        NA   Class B       
2 &lt;NA&gt;                    Alas…     NA        NA   Class A       
3 Report 6496: Bicycling… Rhod…     41.4     -71.5 Class A       
4 &lt;NA&gt;                    Penn…     NA        NA   Class B       
5 &lt;NA&gt;                    Oreg…     NA        NA   Class B       
6 Report 9765: Motorist 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~4,600 rows of lat/long, plotted with </a:t>
            </a:r>
            <a:r>
              <a:rPr sz="2000" b="1"/>
              <a:t>no basemap</a:t>
            </a:r>
            <a:r>
              <a:rPr sz="2000"/>
              <a:t>. What shape will the cloud of points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Densest cluster — Pacific Northwest, Southeast, or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930400"/>
            <a:ext cx="4432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2026-10-06T01:35:08Z</dcterms:created>
  <dcterms:modified xsi:type="dcterms:W3CDTF">2026-10-06T01:35:08Z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2026-10-05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