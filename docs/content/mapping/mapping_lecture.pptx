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choropleth is easy to accept at face value once it’s drawn — naming the state you expect to be darkest </a:t>
            </a:r>
            <a:r>
              <a:rPr sz="2000" i="1"/>
              <a:t>before</a:t>
            </a:r>
            <a:r>
              <a:rPr sz="2000"/>
              <a:t> rendering it is what makes you actually look at the result instead of just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are new syntax with a specific argument order; typing them yourself is what keeps </a:t>
            </a:r>
            <a:r>
              <a:rPr sz="2000">
                <a:latin typeface="Courier"/>
              </a:rPr>
              <a:t>coords = c("longitude", "latitude")</a:t>
            </a:r>
            <a:r>
              <a:rPr sz="2000"/>
              <a:t> from becoming a copy-paste habit you never really learned.</a:t>
            </a:r>
          </a:p>
          <a:p>
            <a:pPr lvl="0"/>
            <a:r>
              <a:rPr sz="2000"/>
              <a:t>Spatial objects, basemaps, joins, and projections each get their own chunk so a CRS mismatch doesn’t get confused with a join-key mismatch later.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state latitude longitude classification
  &lt;chr&gt;                   &lt;chr&gt;    &lt;dbl&gt;     &lt;dbl&gt; &lt;chr&gt;         
1 &lt;NA&gt;                    Alab…     NA        NA   Class B       
2 &lt;NA&gt;                    Alas…     NA        NA   Class A       
3 Report 6496: Bicycling… Rhod…     41.4     -71.5 Class A       
4 &lt;NA&gt;                    Penn…     NA        NA   Class B       
5 &lt;NA&gt;                    Oreg…     NA        NA   Class B       
6 Report 9765: Motorist 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~4,600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2026-09-24T13:41:19Z</dcterms:created>
  <dcterms:modified xsi:type="dcterms:W3CDTF">2026-09-24T13:41:19Z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