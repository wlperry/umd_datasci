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state latitude longitude classification
  &lt;chr&gt;                   &lt;chr&gt;    &lt;dbl&gt;     &lt;dbl&gt; &lt;chr&gt;         
1 &lt;NA&gt;                    Alab…     NA        NA   Class B       
2 &lt;NA&gt;                    Alas…     NA        NA   Class A       
3 Report 6496: Bicycling… Rhod…     41.4     -71.5 Class A       
4 &lt;NA&gt;                    Penn…     NA        NA   Class B       
5 &lt;NA&gt;                    Oreg…     NA        NA   Class B       
6 Report 9765: Motorist 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2026-09-29T13:28:10Z</dcterms:created>
  <dcterms:modified xsi:type="dcterms:W3CDTF">2026-09-29T13:28:10Z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