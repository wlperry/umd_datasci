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Naming the state you expect to be darkest </a:t>
            </a:r>
            <a:r>
              <a:rPr sz="2000" i="1"/>
              <a:t>before</a:t>
            </a:r>
            <a:r>
              <a:rPr sz="2000"/>
              <a:t> it renders is what makes you look at the result instead of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have a specific argument order — typing them is what makes it stick.</a:t>
            </a:r>
          </a:p>
          <a:p>
            <a:pPr lvl="0"/>
            <a:r>
              <a:rPr sz="2000"/>
              <a:t>Spatial objects, basemaps, joins and projections each get their own chunk, so a CRS mismatch doesn’t get confused with a join-key mismatch.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~4,600 rows of lat/long, plotted with </a:t>
            </a:r>
            <a:r>
              <a:rPr sz="2000" b="1"/>
              <a:t>no basemap</a:t>
            </a:r>
            <a:r>
              <a:rPr sz="2000"/>
              <a:t>. What shape will the cloud of points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Densest cluster — Pacific Northwest, Southeast, or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2026-10-08T20:17:34Z</dcterms:created>
  <dcterms:modified xsi:type="dcterms:W3CDTF">2026-10-08T20:17:34Z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