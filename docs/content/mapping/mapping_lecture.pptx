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join. Today we put data </a:t>
            </a:r>
            <a:r>
              <a:rPr sz="2000" b="1"/>
              <a:t>on a map</a:t>
            </a:r>
            <a:r>
              <a:rPr sz="2000"/>
              <a:t> — the single most fun payoff in the toolkit. Our dataset: </a:t>
            </a:r>
            <a:r>
              <a:rPr sz="2000" b="1"/>
              <a:t>4,000+ real Bigfoot sightings</a:t>
            </a:r>
            <a:r>
              <a:rPr sz="2000"/>
              <a:t> across the US, each with a latitude and longitude.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 b="1"/>
              <a:t>Predicting the pattern</a:t>
            </a:r>
            <a:r>
              <a:rPr sz="2000"/>
              <a:t> (“Pacific Northwest?”) makes the map mean something when it appears.</a:t>
            </a:r>
          </a:p>
          <a:p>
            <a:pPr lvl="0"/>
            <a:r>
              <a:rPr sz="2000" b="1"/>
              <a:t>Typing</a:t>
            </a:r>
            <a:r>
              <a:rPr sz="2000"/>
              <a:t> builds the </a:t>
            </a:r>
            <a:r>
              <a:rPr sz="2000">
                <a:latin typeface="Courier"/>
              </a:rPr>
              <a:t>sf</a:t>
            </a:r>
            <a:r>
              <a:rPr sz="2000"/>
              <a:t> + </a:t>
            </a:r>
            <a:r>
              <a:rPr sz="2000">
                <a:latin typeface="Courier"/>
              </a:rPr>
              <a:t>geom_sf</a:t>
            </a:r>
            <a:r>
              <a:rPr sz="2000"/>
              <a:t> muscle memory.</a:t>
            </a:r>
          </a:p>
          <a:p>
            <a:pPr lvl="0"/>
            <a:r>
              <a:rPr sz="2000" b="1"/>
              <a:t>Chunk → practice</a:t>
            </a:r>
            <a:r>
              <a:rPr sz="2000"/>
              <a:t> keeps each new idea from piling 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4,000+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map?</a:t>
            </a:r>
          </a:p>
          <a:p>
            <a:pPr lvl="0" indent="0" marL="1270000">
              <a:buNone/>
            </a:pPr>
            <a:r>
              <a:rPr sz="2000"/>
              <a:t>A join only matches keys that are </a:t>
            </a:r>
            <a:r>
              <a:rPr sz="2000" b="1"/>
              <a:t>exactly</a:t>
            </a:r>
            <a:r>
              <a:rPr sz="2000"/>
              <a:t> equal. </a:t>
            </a:r>
            <a:r>
              <a:rPr sz="2000">
                <a:latin typeface="Courier"/>
              </a:rPr>
              <a:t>"Washington"</a:t>
            </a:r>
            <a:r>
              <a:rPr sz="2000"/>
              <a:t>, </a:t>
            </a:r>
            <a:r>
              <a:rPr sz="2000">
                <a:latin typeface="Courier"/>
              </a:rPr>
              <a:t>"washington"</a:t>
            </a:r>
            <a:r>
              <a:rPr sz="2000"/>
              <a:t>, and </a:t>
            </a:r>
            <a:r>
              <a:rPr sz="2000">
                <a:latin typeface="Courier"/>
              </a:rPr>
              <a:t>" Washington"</a:t>
            </a:r>
            <a:r>
              <a:rPr sz="2000"/>
              <a:t> are three different keys. A silent all-</a:t>
            </a:r>
            <a:r>
              <a:rPr sz="2000">
                <a:latin typeface="Courier"/>
              </a:rPr>
              <a:t>NA</a:t>
            </a:r>
            <a:r>
              <a:rPr sz="2000"/>
              <a:t> result is almost always a </a:t>
            </a:r>
            <a:r>
              <a:rPr sz="2000" b="1"/>
              <a:t>key-mismatch</a:t>
            </a:r>
            <a:r>
              <a:rPr sz="2000"/>
              <a:t> — check case and spelling first.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Homework: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assignment.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— Mapping: Where Is Bigfoot?</dc:title>
  <dc:creator>Bill Perry</dc:creator>
  <cp:keywords/>
  <dc:description>A fun 2-day intro to maps in R. Spatial data and coordinate systems, the sf package, turning latitude/longitude into a map with geom_sf(), drawing points on US states, and building a per-state choropleth by joining counts to the map — all with 4,500+ real Bigfoot sighting reports.</dc:description>
  <dcterms:created xsi:type="dcterms:W3CDTF">2026-07-05T20:05:22Z</dcterms:created>
  <dcterms:modified xsi:type="dcterms:W3CDTF">2026-07-05T20:05:22Z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Spatial data, sf, and geom_sf with real Bigfoot sighting reports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7</vt:lpwstr>
  </property>
</Properties>
</file>