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Class Activity PCA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Class Activity PCA</dc:title>
  <dc:creator>Bill Perry</dc:creator>
  <cp:keywords/>
  <dcterms:created xsi:type="dcterms:W3CDTF">2026-08-27T17:12:24Z</dcterms:created>
  <dcterms:modified xsi:type="dcterms:W3CDTF">2026-08-27T17:12:24Z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23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12</vt:lpwstr>
  </property>
</Properties>
</file>