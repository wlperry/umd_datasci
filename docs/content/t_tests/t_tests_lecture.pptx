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the sides really differ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at least this large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small is nothing unusual.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~25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two means differ by only about 0.02 g. Do you expect |t| to land nearer 0.5, 3,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0.018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0.0505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0.356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shady − sunny ≈ </a:t>
                </a:r>
                <a:r>
                  <a:rPr b="1"/>
                  <a:t>0.02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</a:t>
                </a:r>
                <a:r>
                  <a:rPr b="1"/>
                  <a:t>well under one standard error</a:t>
                </a:r>
                <a:r>
                  <a:rPr/>
                  <a:t> from zero — right in the range you’d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mass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masses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~25 per group these are readable, but still lumpy — that is normal for real ecological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0.95266, p-value = 0.2876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0.92364, p-value = 0.0427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One side may fail, the other pass.</a:t>
            </a:r>
          </a:p>
          <a:p>
            <a:pPr lvl="0" indent="0" marL="1270000">
              <a:buNone/>
            </a:pPr>
            <a:r>
              <a:rPr sz="2000"/>
              <a:t>A borderline Shapiro result (</a:t>
            </a:r>
            <a:r>
              <a:rPr sz="2000" i="1"/>
              <a:t>p</a:t>
            </a:r>
            <a:r>
              <a:rPr sz="2000"/>
              <a:t> just under 0.05) with a roughly bell-shaped histogram is not a reason to abandon the t-test — it is robust to mild non-normality. Read the histogram and the test together.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leveneTest(mass_g ~ shade, data = leaf_df)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2026-09-24T01:21:26Z</dcterms:created>
  <dcterms:modified xsi:type="dcterms:W3CDTF">2026-09-24T01:21:26Z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