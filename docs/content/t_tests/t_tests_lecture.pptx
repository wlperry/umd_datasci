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that pattern is </a:t>
            </a:r>
            <a:r>
              <a:rPr sz="2000" i="1"/>
              <a:t>statistically significant</a:t>
            </a:r>
            <a:r>
              <a:rPr sz="2000"/>
              <a:t>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just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difference is 4 g. Do you expect |t| to land nearer 1, 5,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histogram is equally important.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leveneTest(weight_g ~ side, data = tree_df)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2026-08-27T20:06:34Z</dcterms:created>
  <dcterms:modified xsi:type="dcterms:W3CDTF">2026-08-27T20:06:34Z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