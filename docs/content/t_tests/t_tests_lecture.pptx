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 — vital for slippery ideas like </a:t>
            </a:r>
            <a:r>
              <a:rPr sz="2000" i="1"/>
              <a:t>p</a:t>
            </a:r>
            <a:r>
              <a:rPr sz="2000"/>
              <a:t>-values.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two group means differ by about 4 g. With only 10 leaves per side — commit now to a yes/no: is that gap big enough to be </a:t>
            </a:r>
            <a:r>
              <a:rPr sz="2000" i="1"/>
              <a:t>statistically significant</a:t>
            </a:r>
            <a:r>
              <a:rPr sz="2000"/>
              <a:t>? You’ll find out in Chunk 3.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what a two-sample t-test is, why we default to Welch’s, and the formula in action.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data, state hypotheses, recap the descriptive stats).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data, write your hypotheses </a:t>
            </a:r>
            <a:r>
              <a:rPr i="1"/>
              <a:t>before</a:t>
            </a:r>
            <a:r>
              <a:rPr/>
              <a:t> looking at any results, and recompute the group means / SD / SE. Predict each output, type it,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Framework,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five-step framework, stating H₀ / Hₐ, and checking normality (histogram, QQ, Shapiro-Wilk) and equal variance (Levene’s).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(histogram, QQ, Shapiro, Levene).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and QQ plot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“could not find function” almost always means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 — not a typo. Watching me diagnose it here means you’ll fix it in seconds when it happens to you.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assumption </a:t>
            </a:r>
            <a:r>
              <a:rPr i="1"/>
              <a:t>before</a:t>
            </a:r>
            <a:r>
              <a:rPr/>
              <a:t> you test: histogram, QQ plot, Shapiro-Wilk, and Levene’s. Predict each p-value before you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Run &amp; Interpret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8–11</a:t>
            </a:r>
            <a:r>
              <a:rPr sz="2000"/>
              <a:t> (run, decode, calculate t by hand, decide).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test, decode t / df / p / CI, reproduce t by hand, and state your decision in formal language. Predict the p-value first.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a mean ± SE plot, writing a scientific results sentence, and saving publication-quality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12–13</a:t>
            </a:r>
            <a:r>
              <a:rPr sz="2000"/>
              <a:t> (plots and the results sentence).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lecture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lecture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12–13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both figures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2026-07-05T19:40:22Z</dcterms:created>
  <dcterms:modified xsi:type="dcterms:W3CDTF">2026-07-05T19:40:22Z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