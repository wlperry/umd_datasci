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scientific report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Jot your guess down, then run it and compare. Two reasons it is worth the extra few seconds: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forces you to retrieve what you already know, and the little jolt of being wrong is when real learning happens — especially for </a:t>
            </a:r>
            <a:r>
              <a:rPr sz="2000" i="1"/>
              <a:t>p</a:t>
            </a:r>
            <a:r>
              <a:rPr sz="2000"/>
              <a:t>-values, which are easy to misread.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every line builds muscle memory and trains your eye to catch small errors (</a:t>
            </a:r>
            <a:r>
              <a:rPr sz="2000">
                <a:latin typeface="Courier"/>
              </a:rPr>
              <a:t>=</a:t>
            </a:r>
            <a:r>
              <a:rPr sz="2000"/>
              <a:t> vs </a:t>
            </a:r>
            <a:r>
              <a:rPr sz="2000">
                <a:latin typeface="Courier"/>
              </a:rPr>
              <a:t>==</a:t>
            </a:r>
            <a:r>
              <a:rPr sz="2000"/>
              <a:t>, a missing </a:t>
            </a:r>
            <a:r>
              <a:rPr sz="2000">
                <a:latin typeface="Courier"/>
              </a:rPr>
              <a:t>)</a:t>
            </a:r>
            <a:r>
              <a:rPr sz="2000"/>
              <a:t> or </a:t>
            </a:r>
            <a:r>
              <a:rPr sz="2000">
                <a:latin typeface="Courier"/>
              </a:rPr>
              <a:t>%&gt;%</a:t>
            </a:r>
            <a:r>
              <a:rPr sz="2000"/>
              <a:t>) that you would otherwise spend real time hunting.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Setup, hypotheses &amp; recap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data, commit to your hypotheses, and recompute the descriptive stats.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running, guess the mean weight for each side (shady vs sunny) and the gap between them. Write your guesses, then check.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Checking assumptions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histogram, QQ plot, Shapiro-Wilk, and Levene’s test — check </a:t>
            </a:r>
            <a:r>
              <a:rPr sz="2000" i="1"/>
              <a:t>before</a:t>
            </a:r>
            <a:r>
              <a:rPr sz="2000"/>
              <a:t> you test.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Shapiro-Wilk’s H₀ is “data are normal.” From your histogram and QQ plot, predict whether </a:t>
            </a:r>
            <a:r>
              <a:rPr sz="2000" i="1"/>
              <a:t>p</a:t>
            </a:r>
            <a:r>
              <a:rPr sz="2000"/>
              <a:t> will be above or below 0.05 for each side before you run it.</a:t>
            </a:r>
          </a:p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Look back at the two SD values from Part 3. Predict whether Levene’s will call the variances equal (</a:t>
            </a:r>
            <a:r>
              <a:rPr sz="2000" i="1"/>
              <a:t>p</a:t>
            </a:r>
            <a:r>
              <a:rPr sz="2000"/>
              <a:t> &gt; 0.05) or not, before you run it.</a:t>
            </a:r>
          </a:p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Run &amp; interpret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8–11: run the test, decode the output, reproduce t by hand, and decide.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now — above or below 0.05? Then run </a:t>
            </a:r>
            <a:r>
              <a:rPr sz="2000">
                <a:latin typeface="Courier"/>
              </a:rPr>
              <a:t>t.test()</a:t>
            </a:r>
            <a:r>
              <a:rPr sz="2000"/>
              <a:t> and see how close you were.</a:t>
            </a:r>
          </a:p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Visualize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12–13: build the figure with the statistics embedded, then write the results sentence.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  <a:r>
              <a:rPr/>
              <a:t> ### 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04 — Testing Our Hypothesis</dc:title>
  <dc:creator>Bill Perry</dc:creator>
  <cp:keywords/>
  <dc:description>How to do a T-Test and other r items.</dc:description>
  <dcterms:created xsi:type="dcterms:W3CDTF">2026-07-05T20:05:48Z</dcterms:created>
  <dcterms:modified xsi:type="dcterms:W3CDTF">2026-07-05T20:05:48Z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today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ormat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order">
    <vt:lpwstr>4</vt:lpwstr>
  </property>
  <property fmtid="{D5CDD505-2E9C-101B-9397-08002B2CF9AE}" pid="15" name="resources">
    <vt:lpwstr/>
  </property>
  <property fmtid="{D5CDD505-2E9C-101B-9397-08002B2CF9AE}" pid="16" name="subtitle">
    <vt:lpwstr>The two-sample Welch’s t-test from assumptions to scientific report</vt:lpwstr>
  </property>
  <property fmtid="{D5CDD505-2E9C-101B-9397-08002B2CF9AE}" pid="17" name="toc-title">
    <vt:lpwstr>Table of contents</vt:lpwstr>
  </property>
  <property fmtid="{D5CDD505-2E9C-101B-9397-08002B2CF9AE}" pid="18" name="type">
    <vt:lpwstr>activity</vt:lpwstr>
  </property>
  <property fmtid="{D5CDD505-2E9C-101B-9397-08002B2CF9AE}" pid="19" name="week">
    <vt:lpwstr>2</vt:lpwstr>
  </property>
</Properties>
</file>