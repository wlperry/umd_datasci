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 — Final Project Pitch Day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3-minute pitch of your question, data, and plan — plus structured peer feedback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Final Project Pitch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</a:t>
            </a:r>
            <a:r>
              <a:rPr b="1"/>
              <a:t>working session</a:t>
            </a:r>
            <a:r>
              <a:rPr/>
              <a:t>, not a lecture. Over the two class days everyone pitches, everyone gives feedback, and everyone leaves with a to-do list for Milestone 2.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you bring</a:t>
            </a:r>
          </a:p>
          <a:p>
            <a:pPr lvl="0"/>
            <a:r>
              <a:rPr b="1"/>
              <a:t>One slide</a:t>
            </a:r>
            <a:r>
              <a:rPr/>
              <a:t> (or one figure on screen, or even a sketch on the doc camera) showing:</a:t>
            </a:r>
          </a:p>
          <a:p>
            <a:pPr lvl="1"/>
            <a:r>
              <a:rPr/>
              <a:t>your </a:t>
            </a:r>
            <a:r>
              <a:rPr b="1"/>
              <a:t>question</a:t>
            </a:r>
            <a:r>
              <a:rPr/>
              <a:t> as one sentence</a:t>
            </a:r>
          </a:p>
          <a:p>
            <a:pPr lvl="1"/>
            <a:r>
              <a:rPr b="1"/>
              <a:t>H₀ and Hₐ</a:t>
            </a:r>
            <a:r>
              <a:rPr/>
              <a:t> in one sentence each</a:t>
            </a:r>
          </a:p>
          <a:p>
            <a:pPr lvl="1"/>
            <a:r>
              <a:rPr/>
              <a:t>your </a:t>
            </a:r>
            <a:r>
              <a:rPr b="1"/>
              <a:t>dataset</a:t>
            </a:r>
            <a:r>
              <a:rPr/>
              <a:t>: what it is, where it’s from, how many rows/columns, your </a:t>
            </a:r>
            <a:r>
              <a:rPr b="1"/>
              <a:t>X</a:t>
            </a:r>
            <a:r>
              <a:rPr/>
              <a:t> and </a:t>
            </a:r>
            <a:r>
              <a:rPr b="1"/>
              <a:t>Y</a:t>
            </a:r>
          </a:p>
          <a:p>
            <a:pPr lvl="1"/>
            <a:r>
              <a:rPr/>
              <a:t>the </a:t>
            </a:r>
            <a:r>
              <a:rPr b="1"/>
              <a:t>one figure</a:t>
            </a:r>
            <a:r>
              <a:rPr/>
              <a:t> you hope to make (the take-home graph)</a:t>
            </a:r>
          </a:p>
          <a:p>
            <a:pPr lvl="1"/>
            <a:r>
              <a:rPr/>
              <a:t>the </a:t>
            </a:r>
            <a:r>
              <a:rPr b="1"/>
              <a:t>method</a:t>
            </a:r>
            <a:r>
              <a:rPr/>
              <a:t> you plan to use (regression / t-test / ANOVA / regression on year) and why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pitch (3 minutes, timed)</a:t>
            </a:r>
          </a:p>
          <a:p>
            <a:pPr lvl="0" indent="-342900" marL="342900">
              <a:buAutoNum type="arabicPeriod"/>
            </a:pPr>
            <a:r>
              <a:rPr b="1"/>
              <a:t>The hook (30 s):</a:t>
            </a:r>
            <a:r>
              <a:rPr/>
              <a:t> why do you care about this question?</a:t>
            </a:r>
          </a:p>
          <a:p>
            <a:pPr lvl="0" indent="-342900" marL="342900">
              <a:buAutoNum type="arabicPeriod"/>
            </a:pPr>
            <a:r>
              <a:rPr b="1"/>
              <a:t>The data (60 s):</a:t>
            </a:r>
            <a:r>
              <a:rPr/>
              <a:t> what you have, and one thing that worries you about it.</a:t>
            </a:r>
          </a:p>
          <a:p>
            <a:pPr lvl="0" indent="-342900" marL="342900">
              <a:buAutoNum type="arabicPeriod"/>
            </a:pPr>
            <a:r>
              <a:rPr b="1"/>
              <a:t>The plan (60 s):</a:t>
            </a:r>
            <a:r>
              <a:rPr/>
              <a:t> your X, Y, method, and the figure that would answer the question.</a:t>
            </a:r>
          </a:p>
          <a:p>
            <a:pPr lvl="0" indent="-342900" marL="342900">
              <a:buAutoNum type="arabicPeriod"/>
            </a:pPr>
            <a:r>
              <a:rPr b="1"/>
              <a:t>The ask (30 s):</a:t>
            </a:r>
            <a:r>
              <a:rPr/>
              <a:t> one specific thing you want feedback 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Peer feedback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Fill one of these out for </a:t>
            </a:r>
            <a:r>
              <a:rPr b="1"/>
              <a:t>every</a:t>
            </a:r>
            <a:r>
              <a:rPr/>
              <a:t> pitch you watch. Hand them to the presenter at the end of class — they are part of your activity grade, and the presenter turns them in with their Milestone 2.</a:t>
            </a:r>
          </a:p>
          <a:p>
            <a:pPr lvl="0" indent="0">
              <a:buNone/>
            </a:pPr>
            <a:r>
              <a:rPr>
                <a:latin typeface="Courier"/>
              </a:rPr>
              <a:t>Presenter: ____________________       Your name: ____________________
1. Restate their question back in your own words:
2. Could you tell what the X and Y variables are?   clear / fuzzy / couldn't tell
   If fuzzy: what was unclear?
3. Does the method fit the X and Y?   yes / no / not sure
   (numeric X -&gt; regression; 2-group X -&gt; t-test; 3+ group X -&gt; ANOVA; time -&gt; regression on year)
   If no / not sure, say why:
4. The single most useful thing they could do before Milestone 2:
5. One thing that is already strong about this project: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Presenter’s turn — after you pitch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Collect your feedback forms and, on this worksheet, write:</a:t>
            </a:r>
          </a:p>
          <a:p>
            <a:pPr lvl="0" indent="0">
              <a:buNone/>
            </a:pPr>
            <a:r>
              <a:rPr>
                <a:latin typeface="Courier"/>
              </a:rPr>
              <a:t>The question I got asked most often:
One change I am making to my question or method based on feedback:
My dataset is / is not confirmed loadable in R (read_csv/read_excel ran clean):
My top 3 to-dos before Milestone 2:
1.
2.
3.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you turn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Your pitch slide / figure (PDF or PNG)</a:t>
            </a:r>
          </a:p>
          <a:p>
            <a:pPr lvl="0"/>
            <a:r>
              <a:rPr/>
              <a:t>☐ A completed peer-feedback form for </a:t>
            </a:r>
            <a:r>
              <a:rPr b="1"/>
              <a:t>every</a:t>
            </a:r>
            <a:r>
              <a:rPr/>
              <a:t> classmate you watched</a:t>
            </a:r>
          </a:p>
          <a:p>
            <a:pPr lvl="0"/>
            <a:r>
              <a:rPr/>
              <a:t>☐ This worksheet’s “Presenter’s turn” section, filled in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Next: keep building toward Milestone 2 — a cleaned dataset loaded in R and a first draft figure.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Worksheet — Final Project Pitch Day</dc:title>
  <dc:creator>Bill Perry</dc:creator>
  <cp:keywords/>
  <dc:description>Pitch day for the final project. Each student gives a 3-minute pitch of their research question, dataset, and analysis plan; classmates give structured feedback using the form below. Runs across both class days of the week.</dc:description>
  <dcterms:created xsi:type="dcterms:W3CDTF">2026-08-27T20:05:37Z</dcterms:created>
  <dcterms:modified xsi:type="dcterms:W3CDTF">2026-08-27T20:05:37Z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2026-08-27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19</vt:lpwstr>
  </property>
  <property fmtid="{D5CDD505-2E9C-101B-9397-08002B2CF9AE}" pid="12" name="resources">
    <vt:lpwstr/>
  </property>
  <property fmtid="{D5CDD505-2E9C-101B-9397-08002B2CF9AE}" pid="13" name="subtitle">
    <vt:lpwstr>A 3-minute pitch of your question, data, and plan — plus structured peer feedback</vt:lpwstr>
  </property>
  <property fmtid="{D5CDD505-2E9C-101B-9397-08002B2CF9AE}" pid="14" name="toc-title">
    <vt:lpwstr>Table of contents</vt:lpwstr>
  </property>
  <property fmtid="{D5CDD505-2E9C-101B-9397-08002B2CF9AE}" pid="15" name="type">
    <vt:lpwstr>activity</vt:lpwstr>
  </property>
  <property fmtid="{D5CDD505-2E9C-101B-9397-08002B2CF9AE}" pid="16" name="week">
    <vt:lpwstr>10</vt:lpwstr>
  </property>
</Properties>
</file>