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Override PartName="/docProps/app.xml" ContentType="application/vnd.openxmlformats-officedocument.extended-properties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1.xml" ContentType="application/vnd.openxmlformats-officedocument.presentationml.slideLayout+xml"/>
  <Override PartName="/ppt/slideMasters/slideMaster1.xml" ContentType="application/vnd.openxmlformats-officedocument.presentationml.slideMaster+xml"/>
  <Override PartName="/ppt/theme/theme1.xml" ContentType="application/vnd.openxmlformats-officedocument.theme+xml"/>
  <Override PartName="/ppt/theme/theme2.xml" ContentType="application/vnd.openxmlformats-officedocument.theme+xml"/>
  <Override PartName="/ppt/presProps.xml" ContentType="application/vnd.openxmlformats-officedocument.presentationml.presProps+xml"/>
  <Override PartName="/ppt/tableStyles.xml" ContentType="application/vnd.openxmlformats-officedocument.presentationml.tableStyl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entation.xml" ContentType="application/vnd.openxmlformats-officedocument.presentationml.presentation.main+xml"/>
  <Override PartName="/ppt/viewProps.xml" ContentType="application/vnd.openxmlformats-officedocument.presentationml.viewProps+xml"/>
  <Override PartName="/ppt/slides/slide1.xml" ContentType="application/vnd.openxmlformats-officedocument.presentationml.slide+xml"/>
</Types>
</file>

<file path=_rels/.rels><?xml version="1.0" encoding="UTF-8"?><Relationships xmlns="http://schemas.openxmlformats.org/package/2006/relationships"><Relationship Id="rId1" Type="http://schemas.openxmlformats.org/officeDocument/2006/relationships/officeDocument" Target="ppt/presentation.xml" /><Relationship Id="rId2" Type="http://schemas.openxmlformats.org/package/2006/relationships/metadata/core-properties" Target="docProps/core.xml" /><Relationship Id="rId3" Type="http://schemas.openxmlformats.org/package/2006/relationships/metadata/extended-properties" Target="docProps/app.xml" /><Relationship Id="rId4" Type="http://schemas.openxmlformats.org/officeDocument/2006/relationships/custom-properties" Target="docProps/custom.xml" /></Relationships>
</file>

<file path=ppt/presentation.xml><?xml version="1.0" encoding="utf-8"?>
<p:presentation xmlns:a="http://schemas.openxmlformats.org/drawingml/2006/main" xmlns:p="http://schemas.openxmlformats.org/presentationml/2006/main" xmlns:r="http://schemas.openxmlformats.org/officeDocument/2006/relationships" autoCompressPictures="0" saveSubsetFonts="1">
  <p:sldMasterIdLst>
    <p:sldMasterId id="2147483648" r:id="rId1"/>
  </p:sldMasterIdLst>
  <p:sldIdLst>
    <p:sldId id="256" r:id="rId2"/>
  </p:sldIdLst>
  <p:sldSz cx="9144000" cy="5143500" type="screen16x9"/>
  <p:notesSz cx="6858000" cy="9144000"/>
  <p:defaultTextStyle>
    <a:defPPr>
      <a:defRPr lang="en-US"/>
    </a:defPPr>
    <a:lvl1pPr algn="l" defTabSz="457200" eaLnBrk="1" hangingPunct="1" latinLnBrk="0" marL="0" rtl="0">
      <a:defRPr kern="1200" sz="1800">
        <a:solidFill>
          <a:schemeClr val="tx1"/>
        </a:solidFill>
        <a:latin typeface="+mn-lt"/>
        <a:ea typeface="+mn-ea"/>
        <a:cs typeface="+mn-cs"/>
      </a:defRPr>
    </a:lvl1pPr>
    <a:lvl2pPr algn="l" defTabSz="457200" eaLnBrk="1" hangingPunct="1" latinLnBrk="0" marL="457200" rtl="0">
      <a:defRPr kern="1200" sz="1800">
        <a:solidFill>
          <a:schemeClr val="tx1"/>
        </a:solidFill>
        <a:latin typeface="+mn-lt"/>
        <a:ea typeface="+mn-ea"/>
        <a:cs typeface="+mn-cs"/>
      </a:defRPr>
    </a:lvl2pPr>
    <a:lvl3pPr algn="l" defTabSz="457200" eaLnBrk="1" hangingPunct="1" latinLnBrk="0" marL="914400" rtl="0">
      <a:defRPr kern="1200" sz="1800">
        <a:solidFill>
          <a:schemeClr val="tx1"/>
        </a:solidFill>
        <a:latin typeface="+mn-lt"/>
        <a:ea typeface="+mn-ea"/>
        <a:cs typeface="+mn-cs"/>
      </a:defRPr>
    </a:lvl3pPr>
    <a:lvl4pPr algn="l" defTabSz="457200" eaLnBrk="1" hangingPunct="1" latinLnBrk="0" marL="1371600" rtl="0">
      <a:defRPr kern="1200" sz="1800">
        <a:solidFill>
          <a:schemeClr val="tx1"/>
        </a:solidFill>
        <a:latin typeface="+mn-lt"/>
        <a:ea typeface="+mn-ea"/>
        <a:cs typeface="+mn-cs"/>
      </a:defRPr>
    </a:lvl4pPr>
    <a:lvl5pPr algn="l" defTabSz="457200" eaLnBrk="1" hangingPunct="1" latinLnBrk="0" marL="1828800" rtl="0">
      <a:defRPr kern="1200" sz="1800">
        <a:solidFill>
          <a:schemeClr val="tx1"/>
        </a:solidFill>
        <a:latin typeface="+mn-lt"/>
        <a:ea typeface="+mn-ea"/>
        <a:cs typeface="+mn-cs"/>
      </a:defRPr>
    </a:lvl5pPr>
    <a:lvl6pPr algn="l" defTabSz="457200" eaLnBrk="1" hangingPunct="1" latinLnBrk="0" marL="2286000" rtl="0">
      <a:defRPr kern="1200" sz="1800">
        <a:solidFill>
          <a:schemeClr val="tx1"/>
        </a:solidFill>
        <a:latin typeface="+mn-lt"/>
        <a:ea typeface="+mn-ea"/>
        <a:cs typeface="+mn-cs"/>
      </a:defRPr>
    </a:lvl6pPr>
    <a:lvl7pPr algn="l" defTabSz="457200" eaLnBrk="1" hangingPunct="1" latinLnBrk="0" marL="2743200" rtl="0">
      <a:defRPr kern="1200" sz="1800">
        <a:solidFill>
          <a:schemeClr val="tx1"/>
        </a:solidFill>
        <a:latin typeface="+mn-lt"/>
        <a:ea typeface="+mn-ea"/>
        <a:cs typeface="+mn-cs"/>
      </a:defRPr>
    </a:lvl7pPr>
    <a:lvl8pPr algn="l" defTabSz="457200" eaLnBrk="1" hangingPunct="1" latinLnBrk="0" marL="3200400" rtl="0">
      <a:defRPr kern="1200" sz="1800">
        <a:solidFill>
          <a:schemeClr val="tx1"/>
        </a:solidFill>
        <a:latin typeface="+mn-lt"/>
        <a:ea typeface="+mn-ea"/>
        <a:cs typeface="+mn-cs"/>
      </a:defRPr>
    </a:lvl8pPr>
    <a:lvl9pPr algn="l" defTabSz="457200" eaLnBrk="1" hangingPunct="1" latinLnBrk="0" marL="3657600" rtl="0">
      <a:defRPr kern="1200" sz="18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1620" userDrawn="1">
          <p15:clr>
            <a:srgbClr val="A4A3A4"/>
          </p15:clr>
        </p15:guide>
        <p15:guide id="2" pos="2880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clrMru>
    <a:srgbClr val="FDCC31"/>
    <a:srgbClr val="70121D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  <p:ext uri="{FD5EFAAD-0ECE-453E-9831-46B23BE46B34}">
      <p15:chartTrackingRefBased xmlns:p15="http://schemas.microsoft.com/office/powerpoint/2012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p="http://schemas.openxmlformats.org/presentationml/2006/main" xmlns:r="http://schemas.openxmlformats.org/officeDocument/2006/relationships">
  <p:normalViewPr>
    <p:restoredLeft autoAdjust="0" sz="15643"/>
    <p:restoredTop autoAdjust="0" sz="94726"/>
  </p:normalViewPr>
  <p:slideViewPr>
    <p:cSldViewPr snapToGrid="0" snapToObjects="1">
      <p:cViewPr varScale="1">
        <p:scale>
          <a:sx d="100" n="165"/>
          <a:sy d="100" n="165"/>
        </p:scale>
        <p:origin x="560" y="184"/>
      </p:cViewPr>
      <p:guideLst>
        <p:guide orient="horz" pos="1620"/>
        <p:guide pos="2880"/>
      </p:guideLst>
    </p:cSldViewPr>
  </p:slideViewPr>
  <p:outlineViewPr>
    <p:cViewPr>
      <p:scale>
        <a:sx d="100" n="33"/>
        <a:sy d="100" n="33"/>
      </p:scale>
      <p:origin x="0" y="0"/>
    </p:cViewPr>
  </p:outlineViewPr>
  <p:notesTextViewPr>
    <p:cViewPr>
      <p:scale>
        <a:sx d="100" n="100"/>
        <a:sy d="100" n="100"/>
      </p:scale>
      <p:origin x="0" y="0"/>
    </p:cViewPr>
  </p:notesTextViewPr>
  <p:gridSpacing cx="76200" cy="76200"/>
</p:viewPr>
</file>

<file path=ppt/_rels/presentation.xml.rels><?xml version="1.0" encoding="UTF-8"?><Relationships xmlns="http://schemas.openxmlformats.org/package/2006/relationships"><Relationship Id="rId2" Type="http://schemas.openxmlformats.org/officeDocument/2006/relationships/slide" Target="slides/slide1.xml" /><Relationship Id="rId4" Type="http://schemas.openxmlformats.org/officeDocument/2006/relationships/viewProps" Target="viewProps.xml" /><Relationship Id="rId3" Type="http://schemas.openxmlformats.org/officeDocument/2006/relationships/presProps" Target="presProps.xml" /><Relationship Id="rId1" Type="http://schemas.openxmlformats.org/officeDocument/2006/relationships/slideMaster" Target="slideMasters/slideMaster1.xml" /><Relationship Id="rId6" Type="http://schemas.openxmlformats.org/officeDocument/2006/relationships/tableStyles" Target="tableStyles.xml" /><Relationship Id="rId5" Type="http://schemas.openxmlformats.org/officeDocument/2006/relationships/theme" Target="theme/theme1.xml" 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>
            <a:normAutofit/>
          </a:bodyPr>
          <a:lstStyle>
            <a:lvl1pPr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255722" y="565689"/>
            <a:ext cx="6400800" cy="1314450"/>
          </a:xfrm>
        </p:spPr>
        <p:txBody>
          <a:bodyPr>
            <a:normAutofit/>
          </a:bodyPr>
          <a:lstStyle>
            <a:lvl1pPr marL="0" indent="0" algn="ctr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685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0287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17145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057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24003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/>
              <a:t>Click to edit Master subtitle style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44435751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582780"/>
          </a:xfrm>
        </p:spPr>
        <p:txBody>
          <a:bodyPr>
            <a:normAutofit/>
          </a:bodyPr>
          <a:lstStyle>
            <a:lvl1pPr algn="l">
              <a:defRPr sz="24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0" y="614605"/>
            <a:ext cx="9089756" cy="3914289"/>
          </a:xfrm>
        </p:spPr>
        <p:txBody>
          <a:bodyPr/>
          <a:lstStyle>
            <a:lvl1pPr marL="230188" indent="-230188">
              <a:tabLst/>
              <a:defRPr sz="2000"/>
            </a:lvl1pPr>
            <a:lvl2pPr marL="514350" indent="-284163">
              <a:spcBef>
                <a:spcPts val="0"/>
              </a:spcBef>
              <a:tabLst/>
              <a:defRPr sz="2000"/>
            </a:lvl2pPr>
            <a:lvl3pPr marL="692150" indent="-177800">
              <a:spcBef>
                <a:spcPts val="0"/>
              </a:spcBef>
              <a:tabLst/>
              <a:defRPr sz="1600"/>
            </a:lvl3pPr>
            <a:lvl4pPr marL="914400" indent="-222250">
              <a:spcBef>
                <a:spcPts val="0"/>
              </a:spcBef>
              <a:tabLst/>
              <a:defRPr sz="1600"/>
            </a:lvl4pPr>
            <a:lvl5pPr marL="1146175" indent="-231775">
              <a:spcBef>
                <a:spcPts val="0"/>
              </a:spcBef>
              <a:tabLst/>
              <a:defRPr sz="1600"/>
            </a:lvl5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38346009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1021556"/>
          </a:xfrm>
        </p:spPr>
        <p:txBody>
          <a:bodyPr anchor="t">
            <a:normAutofit/>
          </a:bodyPr>
          <a:lstStyle>
            <a:lvl1pPr algn="l">
              <a:defRPr sz="2400" b="1" cap="all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141649"/>
            <a:ext cx="7772400" cy="1125140"/>
          </a:xfrm>
        </p:spPr>
        <p:txBody>
          <a:bodyPr anchor="b">
            <a:normAutofit/>
          </a:bodyPr>
          <a:lstStyle>
            <a:lvl1pPr marL="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1pPr>
            <a:lvl2pPr marL="342900" indent="0">
              <a:buNone/>
              <a:defRPr sz="1350">
                <a:solidFill>
                  <a:schemeClr val="tx1">
                    <a:tint val="75000"/>
                  </a:schemeClr>
                </a:solidFill>
              </a:defRPr>
            </a:lvl2pPr>
            <a:lvl3pPr marL="685800" indent="0">
              <a:buNone/>
              <a:defRPr sz="1200">
                <a:solidFill>
                  <a:schemeClr val="tx1">
                    <a:tint val="75000"/>
                  </a:schemeClr>
                </a:solidFill>
              </a:defRPr>
            </a:lvl3pPr>
            <a:lvl4pPr marL="10287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4pPr>
            <a:lvl5pPr marL="13716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5pPr>
            <a:lvl6pPr marL="17145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6pPr>
            <a:lvl7pPr marL="20574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7pPr>
            <a:lvl8pPr marL="24003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8pPr>
            <a:lvl9pPr marL="2743200" indent="0">
              <a:buNone/>
              <a:defRPr sz="105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73069076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602780"/>
          </a:xfrm>
          <a:solidFill>
            <a:srgbClr val="1A1A2E"/>
          </a:solidFill>
        </p:spPr>
        <p:txBody>
          <a:bodyPr/>
          <a:lstStyle>
            <a:lvl1pPr algn="l">
              <a:defRPr b="0">
                <a:solidFill>
                  <a:srgbClr val="F4CD54"/>
                </a:solidFill>
              </a:defRPr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9041" y="662663"/>
            <a:ext cx="4201332" cy="3818173"/>
          </a:xfrm>
        </p:spPr>
        <p:txBody>
          <a:bodyPr/>
          <a:lstStyle>
            <a:lvl1pPr marL="230188" indent="-230188">
              <a:tabLst/>
              <a:defRPr sz="2000"/>
            </a:lvl1pPr>
            <a:lvl2pPr marL="460375" indent="-230188">
              <a:tabLst/>
              <a:defRPr sz="1800"/>
            </a:lvl2pPr>
            <a:lvl3pPr marL="630238" indent="-169863">
              <a:tabLst/>
              <a:defRPr sz="1600"/>
            </a:lvl3pPr>
            <a:lvl4pPr marL="914400" indent="-284163">
              <a:tabLst/>
              <a:defRPr sz="1600"/>
            </a:lvl4pPr>
            <a:lvl5pPr marL="1146175" indent="-231775">
              <a:tabLst/>
              <a:defRPr sz="1600"/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02258" y="662664"/>
            <a:ext cx="4418308" cy="3818172"/>
          </a:xfrm>
        </p:spPr>
        <p:txBody>
          <a:bodyPr/>
          <a:lstStyle>
            <a:lvl1pPr marL="342900" indent="-342900">
              <a:defRPr lang="en-US" sz="20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515937" indent="-285750">
              <a:defRPr lang="en-US" sz="18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746125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915987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200150" indent="-285750">
              <a:defRPr lang="en-US" sz="1600" kern="1200" dirty="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>
              <a:defRPr sz="1350"/>
            </a:lvl6pPr>
            <a:lvl7pPr>
              <a:defRPr sz="1350"/>
            </a:lvl7pPr>
            <a:lvl8pPr>
              <a:defRPr sz="1350"/>
            </a:lvl8pPr>
            <a:lvl9pPr>
              <a:defRPr sz="1350"/>
            </a:lvl9pPr>
          </a:lstStyle>
          <a:p>
            <a:pPr marL="230188" lvl="0" indent="-230188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Click to edit Master text styles</a:t>
            </a:r>
          </a:p>
          <a:p>
            <a:pPr marL="460375" lvl="1" indent="-230188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Second level</a:t>
            </a:r>
          </a:p>
          <a:p>
            <a:pPr marL="630238" lvl="2" indent="-169863" algn="l" defTabSz="342900" rtl="0" eaLnBrk="1" latinLnBrk="0" hangingPunct="1">
              <a:spcBef>
                <a:spcPct val="20000"/>
              </a:spcBef>
              <a:buFont typeface="Arial"/>
              <a:buChar char="•"/>
              <a:tabLst/>
            </a:pPr>
            <a:r>
              <a:rPr lang="en-US" dirty="0"/>
              <a:t>Third level</a:t>
            </a:r>
          </a:p>
          <a:p>
            <a:pPr marL="914400" lvl="3" indent="-284163" algn="l" defTabSz="342900" rtl="0" eaLnBrk="1" latinLnBrk="0" hangingPunct="1">
              <a:spcBef>
                <a:spcPct val="20000"/>
              </a:spcBef>
              <a:buFont typeface="Arial"/>
              <a:buChar char="–"/>
              <a:tabLst/>
            </a:pPr>
            <a:r>
              <a:rPr lang="en-US" dirty="0"/>
              <a:t>Fourth level</a:t>
            </a:r>
          </a:p>
          <a:p>
            <a:pPr marL="1146175" lvl="4" indent="-231775" algn="l" defTabSz="342900" rtl="0" eaLnBrk="1" latinLnBrk="0" hangingPunct="1">
              <a:spcBef>
                <a:spcPct val="20000"/>
              </a:spcBef>
              <a:buFont typeface="Arial"/>
              <a:buChar char="»"/>
              <a:tabLst/>
            </a:pPr>
            <a:r>
              <a:rPr lang="en-US" dirty="0"/>
              <a:t>Fifth level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9886245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39485" y="78119"/>
            <a:ext cx="8229600" cy="607682"/>
          </a:xfrm>
        </p:spPr>
        <p:txBody>
          <a:bodyPr>
            <a:normAutofit/>
          </a:bodyPr>
          <a:lstStyle>
            <a:lvl1pPr algn="l">
              <a:defRPr sz="2800"/>
            </a:lvl1pPr>
          </a:lstStyle>
          <a:p>
            <a:r>
              <a:rPr lang="en-US" dirty="0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136201" y="802623"/>
            <a:ext cx="4435799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136201" y="1282444"/>
            <a:ext cx="4435799" cy="3305054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753514" y="823389"/>
            <a:ext cx="4041775" cy="479822"/>
          </a:xfrm>
        </p:spPr>
        <p:txBody>
          <a:bodyPr anchor="b"/>
          <a:lstStyle>
            <a:lvl1pPr marL="0" indent="0">
              <a:buNone/>
              <a:defRPr sz="1800" b="1"/>
            </a:lvl1pPr>
            <a:lvl2pPr marL="342900" indent="0">
              <a:buNone/>
              <a:defRPr sz="1500" b="1"/>
            </a:lvl2pPr>
            <a:lvl3pPr marL="685800" indent="0">
              <a:buNone/>
              <a:defRPr sz="1350" b="1"/>
            </a:lvl3pPr>
            <a:lvl4pPr marL="1028700" indent="0">
              <a:buNone/>
              <a:defRPr sz="1200" b="1"/>
            </a:lvl4pPr>
            <a:lvl5pPr marL="1371600" indent="0">
              <a:buNone/>
              <a:defRPr sz="1200" b="1"/>
            </a:lvl5pPr>
            <a:lvl6pPr marL="1714500" indent="0">
              <a:buNone/>
              <a:defRPr sz="1200" b="1"/>
            </a:lvl6pPr>
            <a:lvl7pPr marL="2057400" indent="0">
              <a:buNone/>
              <a:defRPr sz="1200" b="1"/>
            </a:lvl7pPr>
            <a:lvl8pPr marL="2400300" indent="0">
              <a:buNone/>
              <a:defRPr sz="1200" b="1"/>
            </a:lvl8pPr>
            <a:lvl9pPr marL="2743200" indent="0">
              <a:buNone/>
              <a:defRPr sz="1200" b="1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753514" y="1303210"/>
            <a:ext cx="4041775" cy="3284288"/>
          </a:xfrm>
        </p:spPr>
        <p:txBody>
          <a:bodyPr/>
          <a:lstStyle>
            <a:lvl1pPr>
              <a:defRPr sz="1800"/>
            </a:lvl1pPr>
            <a:lvl2pPr>
              <a:defRPr sz="1500"/>
            </a:lvl2pPr>
            <a:lvl3pPr>
              <a:defRPr sz="1350"/>
            </a:lvl3pPr>
            <a:lvl4pPr>
              <a:defRPr sz="1200"/>
            </a:lvl4pPr>
            <a:lvl5pPr>
              <a:defRPr sz="1200"/>
            </a:lvl5pPr>
            <a:lvl6pPr>
              <a:defRPr sz="1200"/>
            </a:lvl6pPr>
            <a:lvl7pPr>
              <a:defRPr sz="1200"/>
            </a:lvl7pPr>
            <a:lvl8pPr>
              <a:defRPr sz="1200"/>
            </a:lvl8pPr>
            <a:lvl9pPr>
              <a:defRPr sz="12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35793967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47272125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130901097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0" y="0"/>
            <a:ext cx="9144000" cy="871538"/>
          </a:xfrm>
        </p:spPr>
        <p:txBody>
          <a:bodyPr anchor="t" anchorCtr="0">
            <a:normAutofit/>
          </a:bodyPr>
          <a:lstStyle>
            <a:lvl1pPr algn="l">
              <a:defRPr sz="24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139485" y="2822226"/>
            <a:ext cx="8756541" cy="1945037"/>
          </a:xfrm>
        </p:spPr>
        <p:txBody>
          <a:bodyPr/>
          <a:lstStyle>
            <a:lvl1pPr>
              <a:defRPr sz="2000"/>
            </a:lvl1pPr>
            <a:lvl2pPr>
              <a:defRPr sz="1800"/>
            </a:lvl2pPr>
            <a:lvl3pPr>
              <a:defRPr sz="1800"/>
            </a:lvl3pPr>
            <a:lvl4pPr>
              <a:defRPr sz="1800"/>
            </a:lvl4pPr>
            <a:lvl5pPr>
              <a:defRPr sz="1800"/>
            </a:lvl5pPr>
            <a:lvl6pPr>
              <a:defRPr sz="1500"/>
            </a:lvl6pPr>
            <a:lvl7pPr>
              <a:defRPr sz="1500"/>
            </a:lvl7pPr>
            <a:lvl8pPr>
              <a:defRPr sz="1500"/>
            </a:lvl8pPr>
            <a:lvl9pPr>
              <a:defRPr sz="1500"/>
            </a:lvl9pPr>
          </a:lstStyle>
          <a:p>
            <a:pPr lvl="0"/>
            <a:r>
              <a:rPr lang="en-US" dirty="0"/>
              <a:t>Click to edit Master text styles</a:t>
            </a:r>
          </a:p>
          <a:p>
            <a:pPr lvl="1"/>
            <a:r>
              <a:rPr lang="en-US" dirty="0"/>
              <a:t>Second level</a:t>
            </a:r>
          </a:p>
          <a:p>
            <a:pPr lvl="2"/>
            <a:r>
              <a:rPr lang="en-US" dirty="0"/>
              <a:t>Third level</a:t>
            </a:r>
          </a:p>
          <a:p>
            <a:pPr lvl="3"/>
            <a:r>
              <a:rPr lang="en-US" dirty="0"/>
              <a:t>Fourth level</a:t>
            </a:r>
          </a:p>
          <a:p>
            <a:pPr lvl="4"/>
            <a:r>
              <a:rPr lang="en-US" dirty="0"/>
              <a:t>Fifth level</a:t>
            </a:r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0" y="960803"/>
            <a:ext cx="3541363" cy="351829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40895647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3600450"/>
            <a:ext cx="5486400" cy="425054"/>
          </a:xfrm>
        </p:spPr>
        <p:txBody>
          <a:bodyPr anchor="b"/>
          <a:lstStyle>
            <a:lvl1pPr algn="l">
              <a:defRPr sz="1500" b="1"/>
            </a:lvl1pPr>
          </a:lstStyle>
          <a:p>
            <a:r>
              <a:rPr lang="en-US"/>
              <a:t>Click to edit Master title style</a:t>
            </a:r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459581"/>
            <a:ext cx="5486400" cy="3086100"/>
          </a:xfrm>
        </p:spPr>
        <p:txBody>
          <a:bodyPr/>
          <a:lstStyle>
            <a:lvl1pPr marL="0" indent="0">
              <a:buNone/>
              <a:defRPr sz="2400"/>
            </a:lvl1pPr>
            <a:lvl2pPr marL="342900" indent="0">
              <a:buNone/>
              <a:defRPr sz="2100"/>
            </a:lvl2pPr>
            <a:lvl3pPr marL="685800" indent="0">
              <a:buNone/>
              <a:defRPr sz="1800"/>
            </a:lvl3pPr>
            <a:lvl4pPr marL="1028700" indent="0">
              <a:buNone/>
              <a:defRPr sz="1500"/>
            </a:lvl4pPr>
            <a:lvl5pPr marL="1371600" indent="0">
              <a:buNone/>
              <a:defRPr sz="1500"/>
            </a:lvl5pPr>
            <a:lvl6pPr marL="1714500" indent="0">
              <a:buNone/>
              <a:defRPr sz="1500"/>
            </a:lvl6pPr>
            <a:lvl7pPr marL="2057400" indent="0">
              <a:buNone/>
              <a:defRPr sz="1500"/>
            </a:lvl7pPr>
            <a:lvl8pPr marL="2400300" indent="0">
              <a:buNone/>
              <a:defRPr sz="1500"/>
            </a:lvl8pPr>
            <a:lvl9pPr marL="2743200" indent="0">
              <a:buNone/>
              <a:defRPr sz="15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4025503"/>
            <a:ext cx="5486400" cy="603647"/>
          </a:xfrm>
        </p:spPr>
        <p:txBody>
          <a:bodyPr/>
          <a:lstStyle>
            <a:lvl1pPr marL="0" indent="0">
              <a:buNone/>
              <a:defRPr sz="1050"/>
            </a:lvl1pPr>
            <a:lvl2pPr marL="342900" indent="0">
              <a:buNone/>
              <a:defRPr sz="900"/>
            </a:lvl2pPr>
            <a:lvl3pPr marL="685800" indent="0">
              <a:buNone/>
              <a:defRPr sz="750"/>
            </a:lvl3pPr>
            <a:lvl4pPr marL="1028700" indent="0">
              <a:buNone/>
              <a:defRPr sz="675"/>
            </a:lvl4pPr>
            <a:lvl5pPr marL="1371600" indent="0">
              <a:buNone/>
              <a:defRPr sz="675"/>
            </a:lvl5pPr>
            <a:lvl6pPr marL="1714500" indent="0">
              <a:buNone/>
              <a:defRPr sz="675"/>
            </a:lvl6pPr>
            <a:lvl7pPr marL="2057400" indent="0">
              <a:buNone/>
              <a:defRPr sz="675"/>
            </a:lvl7pPr>
            <a:lvl8pPr marL="2400300" indent="0">
              <a:buNone/>
              <a:defRPr sz="675"/>
            </a:lvl8pPr>
            <a:lvl9pPr marL="2743200" indent="0">
              <a:buNone/>
              <a:defRPr sz="675"/>
            </a:lvl9pPr>
          </a:lstStyle>
          <a:p>
            <a:pPr lvl="0"/>
            <a:r>
              <a:rPr lang="en-US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566899855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3914798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05979"/>
            <a:ext cx="2057400" cy="4388644"/>
          </a:xfrm>
        </p:spPr>
        <p:txBody>
          <a:bodyPr vert="eaVert"/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05979"/>
            <a:ext cx="6019800" cy="4388644"/>
          </a:xfrm>
        </p:spPr>
        <p:txBody>
          <a:bodyPr vert="eaVert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581529045"/>
      </p:ext>
    </p:extLst>
  </p:cSld>
  <p:clrMapOvr>
    <a:masterClrMapping/>
  </p:clrMapOvr>
</p:sldLayout>
</file>

<file path=ppt/slideMasters/_rels/slideMaster1.xml.rels><?xml version="1.0" encoding="UTF-8"?><Relationships xmlns="http://schemas.openxmlformats.org/package/2006/relationships"><Relationship Id="rId8" Target="../slideLayouts/slideLayout8.xml" Type="http://schemas.openxmlformats.org/officeDocument/2006/relationships/slideLayout" /><Relationship Id="rId3" Target="../slideLayouts/slideLayout3.xml" Type="http://schemas.openxmlformats.org/officeDocument/2006/relationships/slideLayout" /><Relationship Id="rId7" Target="../slideLayouts/slideLayout7.xml" Type="http://schemas.openxmlformats.org/officeDocument/2006/relationships/slideLayout" /><Relationship Id="rId12" Target="../theme/theme1.xml" Type="http://schemas.openxmlformats.org/officeDocument/2006/relationships/theme" /><Relationship Id="rId2" Target="../slideLayouts/slideLayout2.xml" Type="http://schemas.openxmlformats.org/officeDocument/2006/relationships/slideLayout" /><Relationship Id="rId1" Target="../slideLayouts/slideLayout1.xml" Type="http://schemas.openxmlformats.org/officeDocument/2006/relationships/slideLayout" /><Relationship Id="rId6" Target="../slideLayouts/slideLayout6.xml" Type="http://schemas.openxmlformats.org/officeDocument/2006/relationships/slideLayout" /><Relationship Id="rId11" Target="../slideLayouts/slideLayout11.xml" Type="http://schemas.openxmlformats.org/officeDocument/2006/relationships/slideLayout" /><Relationship Id="rId5" Target="../slideLayouts/slideLayout5.xml" Type="http://schemas.openxmlformats.org/officeDocument/2006/relationships/slideLayout" /><Relationship Id="rId10" Target="../slideLayouts/slideLayout10.xml" Type="http://schemas.openxmlformats.org/officeDocument/2006/relationships/slideLayout" /><Relationship Id="rId4" Target="../slideLayouts/slideLayout4.xml" Type="http://schemas.openxmlformats.org/officeDocument/2006/relationships/slideLayout" /><Relationship Id="rId9" Target="../slideLayouts/slideLayout9.xml" Type="http://schemas.openxmlformats.org/officeDocument/2006/relationships/slideLayout" /></Relationships>
</file>

<file path=ppt/slideMasters/slideMaster1.xml><?xml version="1.0" encoding="utf-8"?>
<p:sldMaster xmlns:a="http://schemas.openxmlformats.org/drawingml/2006/main" xmlns:p="http://schemas.openxmlformats.org/presentationml/2006/main" xmlns:r="http://schemas.openxmlformats.org/officeDocument/2006/relationships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77490" y="102393"/>
            <a:ext cx="8934774" cy="582780"/>
          </a:xfrm>
          <a:prstGeom prst="rect">
            <a:avLst/>
          </a:prstGeom>
          <a:solidFill>
            <a:srgbClr val="1A1A2E"/>
          </a:solidFill>
        </p:spPr>
        <p:txBody>
          <a:bodyPr anchor="ctr" bIns="45720" lIns="91440" rIns="91440" rtlCol="0" tIns="45720" vert="horz">
            <a:normAutofit/>
          </a:bodyPr>
          <a:lstStyle/>
          <a:p>
            <a:r>
              <a:rPr lang="en-US"/>
              <a:t>Click to edit Master title style</a:t>
            </a:r>
          </a:p>
        </p:txBody>
      </p:sp>
      <p:sp>
        <p:nvSpPr>
          <p:cNvPr id="3" name="Text Placeholder 2"/>
          <p:cNvSpPr>
            <a:spLocks noGrp="1"/>
          </p:cNvSpPr>
          <p:nvPr>
            <p:ph idx="1" type="body"/>
          </p:nvPr>
        </p:nvSpPr>
        <p:spPr>
          <a:xfrm>
            <a:off x="77489" y="781696"/>
            <a:ext cx="8934773" cy="3914289"/>
          </a:xfrm>
          <a:prstGeom prst="rect">
            <a:avLst/>
          </a:prstGeom>
        </p:spPr>
        <p:txBody>
          <a:bodyPr bIns="45720" lIns="91440" rIns="91440" rtlCol="0" tIns="45720" vert="horz">
            <a:normAutofit/>
          </a:bodyPr>
          <a:lstStyle/>
          <a:p>
            <a:pPr lvl="0"/>
            <a:r>
              <a:rPr dirty="0" lang="en-US"/>
              <a:t>Click to edit Master text styles</a:t>
            </a:r>
          </a:p>
          <a:p>
            <a:pPr lvl="1"/>
            <a:r>
              <a:rPr dirty="0" lang="en-US"/>
              <a:t>Second level</a:t>
            </a:r>
          </a:p>
          <a:p>
            <a:pPr lvl="2"/>
            <a:r>
              <a:rPr dirty="0" lang="en-US"/>
              <a:t>Third level</a:t>
            </a:r>
          </a:p>
          <a:p>
            <a:pPr lvl="3"/>
            <a:r>
              <a:rPr dirty="0" lang="en-US"/>
              <a:t>Fourth level</a:t>
            </a:r>
          </a:p>
          <a:p>
            <a:pPr lvl="4"/>
            <a:r>
              <a:rPr dirty="0" lang="en-US"/>
              <a:t>Fifth level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idx="2" sz="half" type="dt"/>
          </p:nvPr>
        </p:nvSpPr>
        <p:spPr>
          <a:xfrm>
            <a:off x="457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l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241EB5C9-1307-BA42-ABA2-0BC069CD8E7F}" type="datetimeFigureOut">
              <a:rPr lang="en-US" smtClean="0"/>
              <a:t>6/28/26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idx="3" sz="quarter" type="ftr"/>
          </p:nvPr>
        </p:nvSpPr>
        <p:spPr>
          <a:xfrm>
            <a:off x="3124200" y="4767263"/>
            <a:ext cx="2895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ct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idx="4" sz="quarter" type="sldNum"/>
          </p:nvPr>
        </p:nvSpPr>
        <p:spPr>
          <a:xfrm>
            <a:off x="6553200" y="4767263"/>
            <a:ext cx="2133600" cy="273844"/>
          </a:xfrm>
          <a:prstGeom prst="rect">
            <a:avLst/>
          </a:prstGeom>
        </p:spPr>
        <p:txBody>
          <a:bodyPr anchor="ctr" bIns="45720" lIns="91440" rIns="91440" rtlCol="0" tIns="45720" vert="horz"/>
          <a:lstStyle>
            <a:lvl1pPr algn="r">
              <a:defRPr sz="9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5EF2332-01BF-834F-8236-50238282D533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76200875"/>
      </p:ext>
    </p:extLst>
  </p:cSld>
  <p:clrMap accent1="accent1" accent2="accent2" accent3="accent3" accent4="accent4" accent5="accent5" accent6="accent6" bg1="lt1" bg2="lt2" folHlink="folHlink" hlink="hlink" tx1="dk1" tx2="dk2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l" defTabSz="342900" eaLnBrk="1" hangingPunct="1" latinLnBrk="0" rtl="0">
        <a:spcBef>
          <a:spcPct val="0"/>
        </a:spcBef>
        <a:buNone/>
        <a:defRPr kern="1200" sz="2800">
          <a:solidFill>
            <a:srgbClr val="F4CD54"/>
          </a:solidFill>
          <a:latin typeface="+mj-lt"/>
          <a:ea typeface="+mj-ea"/>
          <a:cs typeface="+mj-cs"/>
        </a:defRPr>
      </a:lvl1pPr>
    </p:titleStyle>
    <p:bodyStyle>
      <a:lvl1pPr algn="l" defTabSz="342900" eaLnBrk="1" hangingPunct="1" indent="-342900" latinLnBrk="0" marL="342900" rtl="0">
        <a:spcBef>
          <a:spcPts val="0"/>
        </a:spcBef>
        <a:buFont typeface="Arial"/>
        <a:buChar char="•"/>
        <a:defRPr kern="1200" sz="200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indent="-342900" latinLnBrk="0" marL="685800" rtl="0">
        <a:spcBef>
          <a:spcPts val="0"/>
        </a:spcBef>
        <a:buFont typeface="Arial"/>
        <a:buChar char="–"/>
        <a:defRPr kern="1200" sz="200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indent="-342900" latinLnBrk="0" marL="1028700" rtl="0">
        <a:spcBef>
          <a:spcPts val="0"/>
        </a:spcBef>
        <a:buFont typeface="Arial"/>
        <a:buChar char="•"/>
        <a:defRPr kern="1200" sz="180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indent="-342900" latinLnBrk="0" marL="1371600" rtl="0">
        <a:spcBef>
          <a:spcPts val="0"/>
        </a:spcBef>
        <a:buFont typeface="Arial"/>
        <a:buChar char="–"/>
        <a:defRPr kern="1200" sz="150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indent="-342900" latinLnBrk="0" marL="1714500" rtl="0">
        <a:spcBef>
          <a:spcPts val="0"/>
        </a:spcBef>
        <a:buFont typeface="Arial"/>
        <a:buChar char="»"/>
        <a:defRPr kern="1200" sz="150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indent="-342900" latinLnBrk="0" marL="20574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indent="-342900" latinLnBrk="0" marL="24003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indent="-342900" latinLnBrk="0" marL="27432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indent="-342900" latinLnBrk="0" marL="3086100" rtl="0">
        <a:spcBef>
          <a:spcPct val="20000"/>
        </a:spcBef>
        <a:buFont typeface="Arial"/>
        <a:buChar char="•"/>
        <a:defRPr kern="1200" sz="15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algn="l" defTabSz="342900" eaLnBrk="1" hangingPunct="1" latinLnBrk="0" marL="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1pPr>
      <a:lvl2pPr algn="l" defTabSz="342900" eaLnBrk="1" hangingPunct="1" latinLnBrk="0" marL="3429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2pPr>
      <a:lvl3pPr algn="l" defTabSz="342900" eaLnBrk="1" hangingPunct="1" latinLnBrk="0" marL="6858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3pPr>
      <a:lvl4pPr algn="l" defTabSz="342900" eaLnBrk="1" hangingPunct="1" latinLnBrk="0" marL="10287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4pPr>
      <a:lvl5pPr algn="l" defTabSz="342900" eaLnBrk="1" hangingPunct="1" latinLnBrk="0" marL="13716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5pPr>
      <a:lvl6pPr algn="l" defTabSz="342900" eaLnBrk="1" hangingPunct="1" latinLnBrk="0" marL="17145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6pPr>
      <a:lvl7pPr algn="l" defTabSz="342900" eaLnBrk="1" hangingPunct="1" latinLnBrk="0" marL="20574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7pPr>
      <a:lvl8pPr algn="l" defTabSz="342900" eaLnBrk="1" hangingPunct="1" latinLnBrk="0" marL="24003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8pPr>
      <a:lvl9pPr algn="l" defTabSz="342900" eaLnBrk="1" hangingPunct="1" latinLnBrk="0" marL="2743200" rtl="0">
        <a:defRPr kern="1200" sz="135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?><Relationships xmlns="http://schemas.openxmlformats.org/package/2006/relationships"><Relationship Id="rId1" Type="http://schemas.openxmlformats.org/officeDocument/2006/relationships/slideLayout" Target="../slideLayouts/slideLayout1.xml" 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0" y="1"/>
            <a:ext cx="9144000" cy="565688"/>
          </a:xfrm>
        </p:spPr>
        <p:txBody>
          <a:bodyPr/>
          <a:lstStyle/>
          <a:p>
            <a:pPr lvl="0" indent="0" marL="0">
              <a:buNone/>
            </a:pPr>
            <a:r>
              <a:rPr/>
              <a:t>Lecture 16 - Class Activity MANOVA</a:t>
            </a:r>
          </a:p>
        </p:txBody>
      </p:sp>
      <p:sp>
        <p:nvSpPr>
          <p:cNvPr id="3" name="Subtitle 2"/>
          <p:cNvSpPr>
            <a:spLocks noGrp="1"/>
          </p:cNvSpPr>
          <p:nvPr>
            <p:ph idx="1" type="subTitle"/>
          </p:nvPr>
        </p:nvSpPr>
        <p:spPr>
          <a:xfrm>
            <a:off x="255722" y="565689"/>
            <a:ext cx="6400800" cy="1314450"/>
          </a:xfrm>
        </p:spPr>
        <p:txBody>
          <a:bodyPr/>
          <a:lstStyle/>
          <a:p>
            <a:pPr lvl="0" indent="0" marL="0">
              <a:buNone/>
            </a:pPr>
            <a:r>
              <a:rPr/>
              <a:t>Bill Perry</a:t>
            </a:r>
          </a:p>
        </p:txBody>
      </p:sp>
    </p:spTree>
  </p:cSld>
</p:sld>
</file>

<file path=ppt/theme/theme1.xml><?xml version="1.0" encoding="utf-8"?>
<a:theme xmlns:a="http://schemas.openxmlformats.org/drawingml/2006/main" name="UMD Biostatistics">
  <a:themeElements>
    <a:clrScheme name="UMD">
      <a:dk1>
        <a:sysClr val="windowText" lastClr="000000"/>
      </a:dk1>
      <a:lt1>
        <a:sysClr val="window" lastClr="FFFFFF"/>
      </a:lt1>
      <a:dk2>
        <a:srgbClr val="4A4A4A"/>
      </a:dk2>
      <a:lt2>
        <a:srgbClr val="F0F4F8"/>
      </a:lt2>
      <a:accent1>
        <a:srgbClr val="F4CD54"/>
      </a:accent1>
      <a:accent2>
        <a:srgbClr val="002147"/>
      </a:accent2>
      <a:accent3>
        <a:srgbClr val="0072B2"/>
      </a:accent3>
      <a:accent4>
        <a:srgbClr val="009E73"/>
      </a:accent4>
      <a:accent5>
        <a:srgbClr val="E69F00"/>
      </a:accent5>
      <a:accent6>
        <a:srgbClr val="56B4E9"/>
      </a:accent6>
      <a:hlink>
        <a:srgbClr val="0563C1"/>
      </a:hlink>
      <a:folHlink>
        <a:srgbClr val="1A1A2E"/>
      </a:folHlink>
    </a:clrScheme>
    <a:fontScheme name="UMD">
      <a:majorFont>
        <a:latin typeface="Cambria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UMD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2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10</TotalTime>
  <Words>46</Words>
  <Application>Microsoft Macintosh PowerPoint</Application>
  <PresentationFormat>On-screen Show (16:9)</PresentationFormat>
  <Paragraphs>14</Paragraphs>
  <Slides>4</Slides>
  <Notes>2</Notes>
  <HiddenSlides>0</HiddenSlides>
  <MMClips>0</MMClips>
  <ScaleCrop>false</ScaleCrop>
  <HeadingPairs>
    <vt:vector size="6" baseType="variant">
      <vt:variant>
        <vt:lpstr>Fonts Used</vt:lpstr>
      </vt:variant>
      <vt:variant>
        <vt:i4>3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4</vt:i4>
      </vt:variant>
    </vt:vector>
  </HeadingPairs>
  <TitlesOfParts>
    <vt:vector size="8" baseType="lpstr">
      <vt:lpstr>Arial</vt:lpstr>
      <vt:lpstr>Calibri</vt:lpstr>
      <vt:lpstr>Cambria</vt:lpstr>
      <vt:lpstr>UMD Biostatistics</vt:lpstr>
      <vt:lpstr>Presentation Title</vt:lpstr>
      <vt:lpstr>Slide Title</vt:lpstr>
      <vt:lpstr>Section header</vt:lpstr>
      <vt:lpstr>Slide Title for Two-Content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Lecture 16 - Class Activity MANOVA</dc:title>
  <dc:creator>Bill Perry</dc:creator>
  <cp:keywords/>
  <dcterms:created xsi:type="dcterms:W3CDTF">2026-08-27T17:12:23Z</dcterms:created>
  <dcterms:modified xsi:type="dcterms:W3CDTF">2026-08-27T17:12:23Z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authors">
    <vt:lpwstr/>
  </property>
  <property fmtid="{D5CDD505-2E9C-101B-9397-08002B2CF9AE}" pid="3" name="biblio-config">
    <vt:lpwstr>True</vt:lpwstr>
  </property>
  <property fmtid="{D5CDD505-2E9C-101B-9397-08002B2CF9AE}" pid="4" name="by-author">
    <vt:lpwstr/>
  </property>
  <property fmtid="{D5CDD505-2E9C-101B-9397-08002B2CF9AE}" pid="5" name="header-includes">
    <vt:lpwstr/>
  </property>
  <property fmtid="{D5CDD505-2E9C-101B-9397-08002B2CF9AE}" pid="6" name="include-after">
    <vt:lpwstr/>
  </property>
  <property fmtid="{D5CDD505-2E9C-101B-9397-08002B2CF9AE}" pid="7" name="include-before">
    <vt:lpwstr/>
  </property>
  <property fmtid="{D5CDD505-2E9C-101B-9397-08002B2CF9AE}" pid="8" name="labels">
    <vt:lpwstr/>
  </property>
  <property fmtid="{D5CDD505-2E9C-101B-9397-08002B2CF9AE}" pid="9" name="order">
    <vt:lpwstr>22</vt:lpwstr>
  </property>
  <property fmtid="{D5CDD505-2E9C-101B-9397-08002B2CF9AE}" pid="10" name="resources">
    <vt:lpwstr/>
  </property>
  <property fmtid="{D5CDD505-2E9C-101B-9397-08002B2CF9AE}" pid="11" name="toc-title">
    <vt:lpwstr>Table of contents</vt:lpwstr>
  </property>
  <property fmtid="{D5CDD505-2E9C-101B-9397-08002B2CF9AE}" pid="12" name="week">
    <vt:lpwstr>11</vt:lpwstr>
  </property>
</Properties>
</file>