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Numbers and Two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shade mass_g petiole_mm thickness_mm paper_mass_g
  &lt;chr&gt;   &lt;chr&gt;   &lt;chr&gt; &lt;chr&gt;  &lt;dbl&gt;      &lt;dbl&gt;        &lt;dbl&gt;        &lt;dbl&gt;
1 &lt;NA&gt;    &lt;NA&gt;    12345 sunny   0.65         35         0.15         0.24
2 &lt;NA&gt;    &lt;NA&gt;    12345 shady   0.6          68         0.12         0.23
3 &lt;NA&gt;    &lt;NA&gt;    12345 shady   0.57         73         0.14         0.28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12345        shady  0.6           68         0.12        0.23 
2 &lt;NA&gt;    &lt;NA&gt;    12345        shady  0.57          73         0.14        0.28 
3 twig_1  l07     fighting_mo… shady  0.589         66         0.32        0.257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comma</a:t>
            </a:r>
            <a:r>
              <a:rPr/>
              <a:t> between conditions means </a:t>
            </a:r>
            <a:r>
              <a:rPr b="1"/>
              <a:t>AND</a:t>
            </a:r>
          </a:p>
          <a:p>
            <a:pPr lvl="1"/>
            <a:r>
              <a:rPr/>
              <a:t>both have to be true for the row to stay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mass_g
  &lt;chr&gt;  &lt;dbl&gt;
1 sunny   0.4 
2 sunny   0.48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a column with a minus sign - what is left?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"twig_id"      "leaf_id"      "teams"        "shade"        "mass_g"      
[6] "petiole_mm"   "thickness_mm"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
  mass_g
   &lt;dbl&gt;
1   0.4 
2   0.48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it matters:</a:t>
            </a:r>
            <a:r>
              <a:rPr/>
              <a:t> real data sets have 50–100+ columns and you rarely need all of them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# ℹ 1 more variable: mass_mg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/>
            <a:r>
              <a:rPr sz="2000">
                <a:latin typeface="Courier"/>
              </a:rPr>
              <a:t>mutate()</a:t>
            </a:r>
            <a:r>
              <a:rPr sz="2000"/>
              <a:t> never removes columns</a:t>
            </a:r>
          </a:p>
          <a:p>
            <a:pPr lvl="1"/>
            <a:r>
              <a:rPr sz="2000"/>
              <a:t>it adds to the </a:t>
            </a:r>
            <a:r>
              <a:rPr sz="2000" b="1"/>
              <a:t>right</a:t>
            </a:r>
            <a:r>
              <a:rPr sz="2000"/>
              <a:t> of your data frame</a:t>
            </a:r>
          </a:p>
          <a:p>
            <a:pPr lvl="1"/>
            <a:r>
              <a:rPr sz="2000"/>
              <a:t>one new column per variable you create</a:t>
            </a:r>
          </a:p>
          <a:p>
            <a:pPr lvl="0"/>
            <a:r>
              <a:rPr sz="2000"/>
              <a:t>To </a:t>
            </a:r>
            <a:r>
              <a:rPr sz="2000" b="1"/>
              <a:t>overwrite</a:t>
            </a:r>
            <a:r>
              <a:rPr sz="2000"/>
              <a:t> instead, reuse the name on the left:</a:t>
            </a:r>
          </a:p>
          <a:p>
            <a:pPr lvl="1"/>
            <a:r>
              <a:rPr sz="2000">
                <a:latin typeface="Courier"/>
              </a:rPr>
              <a:t>mutate(mass_g = round(mass_g, 2))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Categories and Several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/>
              <a:t> to create categories</a:t>
            </a:r>
          </a:p>
          <a:p>
            <a:pPr lvl="0"/>
            <a:r>
              <a:rPr/>
              <a:t>Separate several new columns with </a:t>
            </a:r>
            <a:r>
              <a:rPr b="1"/>
              <a:t>commas</a:t>
            </a:r>
            <a:r>
              <a:rPr/>
              <a:t>, like the arguments they are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twig_6  l06     fighting_mo… sunny  0.193       29           0.13        0.113
2 &lt;NA&gt;    4       Oscar_Karl   sunny  0.230       35.7         0.36       NA    
3 &lt;NA&gt;    &lt;NA&gt;    12345        sunny  0.27        34           0.11        0.15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&lt;NA&gt;    &lt;NA&gt;    still_loadi… sunny  1.08      84             0.68        0.420
2 twig_2  l09     fighting_mo… shady  0.920      0.383        NA          NA    
3 &lt;NA&gt;    &lt;NA&gt;    leaf_oglers  shady  0.8       41.2           0.5         0.3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 pipeline — it is most useful at the </a:t>
            </a:r>
            <a:r>
              <a:rPr sz="2000" b="1"/>
              <a:t>end</a:t>
            </a:r>
            <a:r>
              <a:rPr sz="2000"/>
              <a:t>,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Two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8
  twig_id leaf_id teams        shade mass_g petiole_mm thickness_mm paper_mass_g
  &lt;chr&gt;   &lt;chr&gt;   &lt;chr&gt;        &lt;chr&gt;  &lt;dbl&gt;      &lt;dbl&gt;        &lt;dbl&gt;        &lt;dbl&gt;
1 twig_2  l09     fighting_mo… shady  0.920      0.383        NA          NA    
2 &lt;NA&gt;    &lt;NA&gt;    leaf_oglers  shady  0.8       41.2           0.5         0.3  
3 twig_2  l10     fighting_mo… shady  0.782     67             0.27        0.342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first</a:t>
            </a:r>
            <a:r>
              <a:rPr/>
              <a:t> column sorts the whole data frame</a:t>
            </a:r>
          </a:p>
          <a:p>
            <a:pPr lvl="0"/>
            <a:r>
              <a:rPr/>
              <a:t>The </a:t>
            </a:r>
            <a:r>
              <a:rPr b="1"/>
              <a:t>second</a:t>
            </a:r>
            <a:r>
              <a:rPr/>
              <a:t> breaks ties </a:t>
            </a:r>
            <a:r>
              <a:rPr i="1"/>
              <a:t>inside</a:t>
            </a:r>
            <a:r>
              <a:rPr/>
              <a:t> each group of the first</a:t>
            </a:r>
          </a:p>
          <a:p>
            <a:pPr lvl="0"/>
            <a:r>
              <a:rPr/>
              <a:t>Here: shady leaves first, and within shady, heaviest first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can mix directions — </a:t>
            </a:r>
            <a:r>
              <a:rPr sz="2000">
                <a:latin typeface="Courier"/>
              </a:rPr>
              <a:t>arrange(shade, desc(mass_g))</a:t>
            </a:r>
            <a:r>
              <a:rPr sz="2000"/>
              <a:t> sorts shade ascending and mass descending in the same call.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shade mass_g thickness_mm mass_mg size_class
  &lt;chr&gt;  &lt;dbl&gt;        &lt;dbl&gt;   &lt;dbl&gt; &lt;chr&gt;     
1 shady  0.920        NA       920. large     
2 shady  0.8           0.5     800  large     
3 shady  0.782         0.27    782.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/>
            <a:r>
              <a:rPr sz="2000"/>
              <a:t>Written as nested functions, the </a:t>
            </a:r>
            <a:r>
              <a:rPr sz="2000" b="1"/>
              <a:t>first</a:t>
            </a:r>
            <a:r>
              <a:rPr sz="2000"/>
              <a:t> step ends up buried in the middle</a:t>
            </a:r>
          </a:p>
          <a:p>
            <a:pPr lvl="0"/>
            <a:r>
              <a:rPr sz="2000"/>
              <a:t>The pipe lets you read top to bottom, in the order R actually runs things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2026-10-20T00:52:47Z</dcterms:created>
  <dcterms:modified xsi:type="dcterms:W3CDTF">2026-10-20T00:52:47Z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