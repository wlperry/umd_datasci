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sunny  0.65      35             0.15
2 &lt;NA&gt;    &lt;NA&gt;    12345      shady  0.6       68             0.12
3 &lt;NA&gt;    &lt;NA&gt;    12345      shady  0.57      73             0.14
4 twig_1  l07     fighting_… shady  0.589     66             0.32
5 twig_1  l08     fighting_… shady  0.511     51             0.25
6 twig_2  l09     fighting_… shady  0.920      0.383        NA   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shade mass_g petiole_mm thickness_mm
  &lt;chr&gt;   &lt;chr&gt;   &lt;chr&gt;      &lt;chr&gt;  &lt;dbl&gt;      &lt;dbl&gt;        &lt;dbl&gt;
1 &lt;NA&gt;    &lt;NA&gt;    12345      shady  0.6       68             0.12
2 &lt;NA&gt;    &lt;NA&gt;    12345      shady  0.57      73             0.14
3 twig_1  l07     fighting_… shady  0.589     66             0.32
4 twig_1  l08     fighting_… shady  0.511     51             0.25
5 twig_2  l09     fighting_… shady  0.920      0.383        NA   
6 twig_2  l10     fighting_… shady  0.782     67             0.27
# ℹ 1 more variable: paper_mass_g &lt;dbl&gt;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2 more variables: paper_mass_g &lt;dbl&gt;,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
# ℹ 3 more variables: paper_mass_g &lt;dbl&gt;, mass_mg &lt;dbl&gt;,
#  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twig_6  l06     fighting… sunny  0.193       29           0.13
 2 &lt;NA&gt;    4       Oscar_Ka… sunny  0.230       35.7         0.36
 3 &lt;NA&gt;    &lt;NA&gt;    12345     sunny  0.27        34           0.11
 4 &lt;NA&gt;    6       Oscar_Ka… sunny  0.282       46.9         0.4 
 5 &lt;NA&gt;    5       Oscar_Ka… sunny  0.304       51.3         0.43
 6 &lt;NA&gt;    &lt;NA&gt;    12345     sunny  0.34        68           0.14
 7 &lt;NA&gt;    &lt;NA&gt;    12345     shady  0.34        58           0.15
 8 &lt;NA&gt;    &lt;NA&gt;    12345     shady  0.34        45           0.13
 9 &lt;NA&gt;    &lt;NA&gt;    leaf_ogl… shady  0.344       48.3         0.67
10 &lt;NA&gt;    5       Oscar_Ka… shady  0.344       37.0         0.25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&lt;NA&gt;    &lt;NA&gt;    still_lo… sunny  1.08      84             0.68
 2 twig_2  l09     fighting… shady  0.920      0.383        NA   
 3 &lt;NA&gt;    &lt;NA&gt;    leaf_ogl… shady  0.8       41.2           0.5 
 4 &lt;NA&gt;    &lt;NA&gt;    leaf_ogl… sunny  0.791     53.9           0.23
 5 twig_2  l10     fighting… shady  0.782     67             0.27
 6 twig_5  l04     fighting… sunny  0.76      79             0.16
 7 twig_4  l01     fighting… sunny  0.737     75             0.24
 8 &lt;NA&gt;    &lt;NA&gt;    leaf_ogl… sunny  0.688     45.3           0.19
 9 &lt;NA&gt;    &lt;NA&gt;    leaf_ogl… shady  0.68      61.2           0.47
10 &lt;NA&gt;    &lt;NA&gt;    still_lo… sunny  0.665     64             0.69
# ℹ 43 more rows
# ℹ 1 more variable: paper_mass_g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shade mass_g petiole_mm thickness_mm
   &lt;chr&gt;   &lt;chr&gt;   &lt;chr&gt;     &lt;chr&gt;  &lt;dbl&gt;      &lt;dbl&gt;        &lt;dbl&gt;
 1 twig_2  l09     fighting… shady  0.920      0.383        NA   
 2 &lt;NA&gt;    &lt;NA&gt;    leaf_ogl… shady  0.8       41.2           0.5 
 3 twig_2  l10     fighting… shady  0.782     67             0.27
 4 &lt;NA&gt;    &lt;NA&gt;    leaf_ogl… shady  0.68      61.2           0.47
 5 &lt;NA&gt;    &lt;NA&gt;    leaf_ogl… shady  0.61      59.4           0.23
 6 &lt;NA&gt;    &lt;NA&gt;    still_lo… shady  0.607     82             0.32
 7 &lt;NA&gt;    &lt;NA&gt;    12345     shady  0.6       68             0.12
 8 twig_1  l07     fighting… shady  0.589     66             0.32
 9 twig_3  l11     fighting… shady  0.585     68             0.41
10 &lt;NA&gt;    &lt;NA&gt;    12345     shady  0.57      73             0.14
# ℹ 43 more rows
# ℹ 1 more variable: paper_mass_g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2026-09-24T01:54:29Z</dcterms:created>
  <dcterms:modified xsi:type="dcterms:W3CDTF">2026-09-24T01:54:29Z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