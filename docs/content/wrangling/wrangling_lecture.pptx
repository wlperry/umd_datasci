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sunny  0.65      35             0.15        0.24 
2 &lt;NA&gt;    &lt;NA&gt;    12345        shady  0.6       68             0.12        0.23 
3 &lt;NA&gt;    &lt;NA&gt;    12345        shady  0.57      73             0.14        0.28 
4 twig_1  l07     fighting_mo… shady  0.589     66             0.32        0.257
5 twig_1  l08     fighting_mo… shady  0.511     51             0.25        0.249
6 twig_2  l09     fighting_mo… shady  0.920      0.383        NA          NA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shady  0.6       68             0.12        0.23 
2 &lt;NA&gt;    &lt;NA&gt;    12345        shady  0.57      73             0.14        0.28 
3 twig_1  l07     fighting_mo… shady  0.589     66             0.32        0.257
4 twig_1  l08     fighting_mo… shady  0.511     51             0.25        0.249
5 twig_2  l09     fighting_mo… shady  0.920      0.383        NA          NA    
6 twig_2  l10     fighting_mo… shady  0.782     67             0.27        0.342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twig_6  l06     fighting_m… sunny  0.193       29           0.13        0.113
 2 &lt;NA&gt;    4       Oscar_Karl  sunny  0.230       35.7         0.36       NA    
 3 &lt;NA&gt;    &lt;NA&gt;    12345       sunny  0.27        34           0.11        0.15 
 4 &lt;NA&gt;    6       Oscar_Karl  sunny  0.282       46.9         0.4        NA    
 5 &lt;NA&gt;    5       Oscar_Karl  sunny  0.304       51.3         0.43       NA    
 6 &lt;NA&gt;    &lt;NA&gt;    12345       sunny  0.34        68           0.14        0.21 
 7 &lt;NA&gt;    &lt;NA&gt;    12345       shady  0.34        58           0.15        0.23 
 8 &lt;NA&gt;    &lt;NA&gt;    12345       shady  0.34        45           0.13        0.27 
 9 &lt;NA&gt;    &lt;NA&gt;    leaf_oglers shady  0.344       48.3         0.67        0.196
10 &lt;NA&gt;    5       Oscar_Karl  shady  0.344       37.0         0.25       NA    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&lt;NA&gt;    &lt;NA&gt;    still_load… sunny  1.08      84             0.68        0.420
 2 twig_2  l09     fighting_m… shady  0.920      0.383        NA          NA    
 3 &lt;NA&gt;    &lt;NA&gt;    leaf_oglers shady  0.8       41.2           0.5         0.3  
 4 &lt;NA&gt;    &lt;NA&gt;    leaf_oglers sunny  0.791     53.9           0.23        0.332
 5 twig_2  l10     fighting_m… shady  0.782     67             0.27        0.342
 6 twig_5  l04     fighting_m… sunny  0.76      79             0.16        0.312
 7 twig_4  l01     fighting_m… sunny  0.737     75             0.24        0.303
 8 &lt;NA&gt;    &lt;NA&gt;    leaf_oglers sunny  0.688     45.3           0.19        0.372
 9 &lt;NA&gt;    &lt;NA&gt;    leaf_oglers shady  0.68      61.2           0.47        0.32 
10 &lt;NA&gt;    &lt;NA&gt;    still_load… sunny  0.665     64             0.69        0.427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NA    
 2 &lt;NA&gt;    &lt;NA&gt;    leaf_oglers shady  0.8       41.2           0.5         0.3  
 3 twig_2  l10     fighting_m… shady  0.782     67             0.27        0.342
 4 &lt;NA&gt;    &lt;NA&gt;    leaf_oglers shady  0.68      61.2           0.47        0.32 
 5 &lt;NA&gt;    &lt;NA&gt;    leaf_oglers shady  0.61      59.4           0.23        0.25 
 6 &lt;NA&gt;    &lt;NA&gt;    still_load… shady  0.607     82             0.32        0.301
 7 &lt;NA&gt;    &lt;NA&gt;    12345       shady  0.6       68             0.12        0.23 
 8 twig_1  l07     fighting_m… shady  0.589     66             0.32        0.257
 9 twig_3  l11     fighting_m… shady  0.585     68             0.41        0.26 
10 &lt;NA&gt;    &lt;NA&gt;    12345       shady  0.57      73             0.14        0.28 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2026-09-15T01:58:59Z</dcterms:created>
  <dcterms:modified xsi:type="dcterms:W3CDTF">2026-09-15T01:58:59Z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