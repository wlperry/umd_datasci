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worksheet once, at the end, and type the code yourself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20 leaves. Before you run it, guess how many rows </a:t>
            </a:r>
            <a:r>
              <a:rPr sz="2000">
                <a:latin typeface="Courier"/>
              </a:rPr>
              <a:t>filter(side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filter(side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weight_g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weight_g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tree_df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arrange(mutate(select(filter(tree_df, weight_g &gt; 0), side, weight_g, height_cm), weight_mg = weight_g * 1000, size_class = if_else(weight_g &gt; 5, "large", "small")), side, desc(weight_g))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worksheet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2026-09-03T18:46:28Z</dcterms:created>
  <dcterms:modified xsi:type="dcterms:W3CDTF">2026-09-03T18:46:28Z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