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roughly bell-shaped for ~25 per group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 — whatever the test says.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sd_mass se_mass
  &lt;chr&gt; &lt;int&gt;     &lt;dbl&gt;   &lt;dbl&gt;   &lt;dbl&gt;
1 shady    28     0.523   0.148   0.028
2 sunny    25     0.505   0.21    0.042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Activity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700"/>
                <a:gridCol w="2501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 ~ shade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mass_g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shade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0.356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42.53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0.724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-0.084 to 0.12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0.523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0.505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</a:t>
            </a:r>
            <a:r>
              <a:rPr b="1"/>
              <a:t>95% CI includes zero</a:t>
            </a:r>
            <a:r>
              <a:rPr/>
              <a:t>, “no difference” is one of the plausible values — consistent with a </a:t>
            </a:r>
            <a:r>
              <a:rPr i="1"/>
              <a:t>p</a:t>
            </a:r>
            <a:r>
              <a:rPr/>
              <a:t> above 0.05.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no evidence that mean leaf mass differs"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0.724 &gt;= α = 0.05 
Decision: FAIL TO REJECT H₀
Conclusion: no evidence that mean leaf mass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the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at least this large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H₀; otherwise we fail to reject it.</a:t>
            </a:r>
          </a:p>
          <a:p>
            <a:pPr lvl="0" indent="0" marL="0">
              <a:buNone/>
            </a:pPr>
            <a:r>
              <a:rPr b="1"/>
              <a:t>What “fail to reject” does NOT mean:</a:t>
            </a:r>
          </a:p>
          <a:p>
            <a:pPr lvl="0"/>
            <a:r>
              <a:rPr/>
              <a:t>It is </a:t>
            </a:r>
            <a:r>
              <a:rPr b="1"/>
              <a:t>not</a:t>
            </a:r>
            <a:r>
              <a:rPr/>
              <a:t> proof that H₀ is true</a:t>
            </a:r>
          </a:p>
          <a:p>
            <a:pPr lvl="0"/>
            <a:r>
              <a:rPr/>
              <a:t>It means this sample did not provide enough evidence of a difference</a:t>
            </a:r>
          </a:p>
          <a:p>
            <a:pPr lvl="0"/>
            <a:r>
              <a:rPr/>
              <a:t>Report the effect size (difference in means) and CI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results sentence from the model object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heavier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lighter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(heavier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(heavier, </a:t>
            </a:r>
            <a:r>
              <a:rPr>
                <a:solidFill>
                  <a:srgbClr val="20794D"/>
                </a:solidFill>
                <a:latin typeface="Courier"/>
              </a:rPr>
              <a:t>"-side leaves were significantly heavier than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lighter, </a:t>
            </a:r>
            <a:r>
              <a:rPr>
                <a:solidFill>
                  <a:srgbClr val="20794D"/>
                </a:solidFill>
                <a:latin typeface="Courier"/>
              </a:rPr>
              <a:t>"-side leaves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leaf mass did not differ significantly"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"between sides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leaf mass did not differ significantly between sides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 df_val,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 t_val,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p_val2,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(Welch's t-test: t(42.5) = 0.36, p = 0.72).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0.523 ± 0.028 g,  sunny = 0.505 ± 0.042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 with units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non-significant</a:t>
            </a:r>
            <a:r>
              <a:rPr/>
              <a:t> result is still a result — report it plainly (“did not differ significantly”), never as “proved there is no difference.”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"figures/leaf_mass_boxplot_ttest.png"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/>
            <a:r>
              <a:rPr/>
              <a:t>A non-significant result is reported plainly — not as proof of “no difference”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2026-09-24T01:52:29Z</dcterms:created>
  <dcterms:modified xsi:type="dcterms:W3CDTF">2026-09-24T01:52:29Z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