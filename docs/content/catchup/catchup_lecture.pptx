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the Wrangling / Summary Statistics extensions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the Summary Statistics extension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2026-09-22T13:49:40Z</dcterms:created>
  <dcterms:modified xsi:type="dcterms:W3CDTF">2026-09-22T13:49:40Z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