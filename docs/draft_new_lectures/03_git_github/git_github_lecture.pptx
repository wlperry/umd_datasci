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docs.github.com/en/desktop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docs.github.com/en/desktop" TargetMode="External" /><Relationship Id="rId3" Type="http://schemas.openxmlformats.org/officeDocument/2006/relationships/hyperlink" Target="https://swcarpentry.github.io/git-novice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— Git and GitHub, From Zero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Saving your work so it can never truly be lost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02 — Meeting 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 and Positron installed; a project folder organized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</a:t>
            </a:r>
          </a:p>
          <a:p>
            <a:pPr lvl="0"/>
            <a:r>
              <a:rPr/>
              <a:t>R as a calculator; the assignment operator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Vectors, functions, and reading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Loading data and making a first plot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02</a:t>
            </a:r>
          </a:p>
          <a:p>
            <a:pPr lvl="0" indent="0" marL="1270000">
              <a:buNone/>
            </a:pPr>
            <a:r>
              <a:rPr sz="2000"/>
              <a:t>You now have a project folder on your computer. Today we make sure that folder can </a:t>
            </a:r>
            <a:r>
              <a:rPr sz="2000" b="1"/>
              <a:t>never be permanently lost</a:t>
            </a:r>
            <a:r>
              <a:rPr sz="2000"/>
              <a:t>, and that anyone — including future-you — can see exactly how it changed over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new tools, one purpose — a safety net for your work:</a:t>
            </a:r>
          </a:p>
          <a:p>
            <a:pPr lvl="0"/>
            <a:r>
              <a:rPr b="1"/>
              <a:t>Git</a:t>
            </a:r>
            <a:r>
              <a:rPr/>
              <a:t> — a program on </a:t>
            </a:r>
            <a:r>
              <a:rPr i="1"/>
              <a:t>your computer</a:t>
            </a:r>
            <a:r>
              <a:rPr/>
              <a:t> that saves numbered snapshots of a folder over time</a:t>
            </a:r>
          </a:p>
          <a:p>
            <a:pPr lvl="0"/>
            <a:r>
              <a:rPr b="1"/>
              <a:t>GitHub</a:t>
            </a:r>
            <a:r>
              <a:rPr/>
              <a:t> — a </a:t>
            </a:r>
            <a:r>
              <a:rPr i="1"/>
              <a:t>website</a:t>
            </a:r>
            <a:r>
              <a:rPr/>
              <a:t> that stores a copy of those snapshots online</a:t>
            </a:r>
          </a:p>
          <a:p>
            <a:pPr lvl="0" indent="0" marL="0">
              <a:buNone/>
            </a:pPr>
            <a:r>
              <a:rPr b="1"/>
              <a:t>By the end of today you will have:</a:t>
            </a:r>
          </a:p>
          <a:p>
            <a:pPr lvl="0" indent="-342900" marL="342900">
              <a:buAutoNum type="arabicPeriod"/>
            </a:pPr>
            <a:r>
              <a:rPr/>
              <a:t>Git installed on your laptop</a:t>
            </a:r>
          </a:p>
          <a:p>
            <a:pPr lvl="0" indent="-342900" marL="342900">
              <a:buAutoNum type="arabicPeriod"/>
            </a:pPr>
            <a:r>
              <a:rPr/>
              <a:t>A free GitHub account</a:t>
            </a:r>
          </a:p>
          <a:p>
            <a:pPr lvl="0" indent="-342900" marL="342900">
              <a:buAutoNum type="arabicPeriod"/>
            </a:pPr>
            <a:r>
              <a:rPr b="1"/>
              <a:t>GitHub Desktop</a:t>
            </a:r>
            <a:r>
              <a:rPr/>
              <a:t> installed (the point-and-click way to use Git)</a:t>
            </a:r>
          </a:p>
          <a:p>
            <a:pPr lvl="0" indent="-342900" marL="342900">
              <a:buAutoNum type="arabicPeriod"/>
            </a:pPr>
            <a:r>
              <a:rPr/>
              <a:t>Your first repository, with one saved snapshot (“commit”) pushed online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No command line required today. Everything is done by clicking buttons in GitHub Desktop — you can learn the typed commands later, once these ideas make sense.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new vocabulary: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300"/>
                <a:gridCol w="290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Plain-English 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Repository (“repo”)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project folder that Git is watching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saved, labeled snapshot of your folder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Send your snapshots to GitHub online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Get any new snapshots from GitHub onto your computer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Reference:</a:t>
            </a:r>
            <a:r>
              <a:rPr/>
              <a:t> </a:t>
            </a:r>
            <a:r>
              <a:rPr>
                <a:hlinkClick r:id="rId2"/>
              </a:rPr>
              <a:t>GitHub Desktop docs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Bother? (Before We Install Anything)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Your laptop </a:t>
            </a:r>
            <a:r>
              <a:rPr b="1"/>
              <a:t>will</a:t>
            </a:r>
            <a:r>
              <a:rPr/>
              <a:t> eventually have a problem — spilled coffee, a crashed hard drive, an update gone wrong. Deadlines do not wait for that to not happen to you.</a:t>
            </a:r>
          </a:p>
          <a:p>
            <a:pPr lvl="0"/>
            <a:r>
              <a:rPr/>
              <a:t>“final_v2_ACTUALLYFINAL_use_this_one.R” is a filename every scientist has typed. Git replaces that whole mess with one real history.</a:t>
            </a:r>
          </a:p>
          <a:p>
            <a:pPr lvl="0"/>
            <a:r>
              <a:rPr/>
              <a:t>Every homework, activity, and your final project can live in a repo. If you ever lose your laptop, your work is still safely on GitHub.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Git does not replace saving your file (</a:t>
            </a:r>
            <a:r>
              <a:rPr sz="2000">
                <a:latin typeface="Courier"/>
              </a:rPr>
              <a:t>Cmd/Ctrl + S</a:t>
            </a:r>
            <a:r>
              <a:rPr sz="2000"/>
              <a:t>). It adds a </a:t>
            </a:r>
            <a:r>
              <a:rPr sz="2000" b="1"/>
              <a:t>second, permanent save button</a:t>
            </a:r>
            <a:r>
              <a:rPr sz="2000"/>
              <a:t> — one that keeps every past version, not just the latest one.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1 of 4 · 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part: Activity Part 1 — confirm Git is installed.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Git — macOS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the app called </a:t>
            </a:r>
            <a:r>
              <a:rPr b="1"/>
              <a:t>Terminal</a:t>
            </a:r>
            <a:r>
              <a:rPr/>
              <a:t> (press </a:t>
            </a:r>
            <a:r>
              <a:rPr>
                <a:latin typeface="Courier"/>
              </a:rPr>
              <a:t>Cmd + Space</a:t>
            </a:r>
            <a:r>
              <a:rPr/>
              <a:t>, type “Terminal,” press Enter)</a:t>
            </a:r>
          </a:p>
          <a:p>
            <a:pPr lvl="0" indent="-342900" marL="342900">
              <a:buAutoNum type="arabicPeriod"/>
            </a:pPr>
            <a:r>
              <a:rPr/>
              <a:t>Type exactly: </a:t>
            </a:r>
            <a:r>
              <a:rPr>
                <a:latin typeface="Courier"/>
              </a:rPr>
              <a:t>git --version</a:t>
            </a:r>
            <a:r>
              <a:rPr/>
              <a:t> and press Enter</a:t>
            </a:r>
          </a:p>
          <a:p>
            <a:pPr lvl="0" indent="-342900" marL="342900">
              <a:buAutoNum type="arabicPeriod"/>
            </a:pPr>
            <a:r>
              <a:rPr b="1"/>
              <a:t>If a version number appears</a:t>
            </a:r>
            <a:r>
              <a:rPr/>
              <a:t> (like </a:t>
            </a:r>
            <a:r>
              <a:rPr>
                <a:latin typeface="Courier"/>
              </a:rPr>
              <a:t>git version 2.39.2</a:t>
            </a:r>
            <a:r>
              <a:rPr/>
              <a:t>) — you already have Git. Skip to Part 2.</a:t>
            </a:r>
          </a:p>
          <a:p>
            <a:pPr lvl="0" indent="-342900" marL="342900">
              <a:buAutoNum type="arabicPeriod"/>
            </a:pPr>
            <a:r>
              <a:rPr b="1"/>
              <a:t>If a box pops up</a:t>
            </a:r>
            <a:r>
              <a:rPr/>
              <a:t> asking to install “command line developer tools” — click </a:t>
            </a:r>
            <a:r>
              <a:rPr b="1"/>
              <a:t>Install</a:t>
            </a:r>
            <a:r>
              <a:rPr/>
              <a:t>, wait for it to finish (a few minutes), then repeat step 2 to confirm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Do </a:t>
            </a:r>
            <a:r>
              <a:rPr sz="2000" b="1"/>
              <a:t>not</a:t>
            </a:r>
            <a:r>
              <a:rPr sz="2000"/>
              <a:t> search the web and download some random “Git for Mac” installer. macOS already knows how to install the real thing the moment you ask for </a:t>
            </a:r>
            <a:r>
              <a:rPr sz="2000">
                <a:latin typeface="Courier"/>
              </a:rPr>
              <a:t>git --version</a:t>
            </a:r>
            <a:r>
              <a:rPr sz="2000"/>
              <a:t> — that popup </a:t>
            </a:r>
            <a:r>
              <a:rPr sz="2000" b="1"/>
              <a:t>is</a:t>
            </a:r>
            <a:r>
              <a:rPr sz="2000"/>
              <a:t> the official installer.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Git —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git-scm.com/download/win</a:t>
            </a:r>
            <a:r>
              <a:rPr/>
              <a:t> in your browser</a:t>
            </a:r>
          </a:p>
          <a:p>
            <a:pPr lvl="0" indent="-342900" marL="342900">
              <a:buAutoNum type="arabicPeriod"/>
            </a:pPr>
            <a:r>
              <a:rPr/>
              <a:t>Click the link that says </a:t>
            </a:r>
            <a:r>
              <a:rPr b="1"/>
              <a:t>“64-bit Git for Windows Setup”</a:t>
            </a:r>
          </a:p>
          <a:p>
            <a:pPr lvl="0" indent="-342900" marL="342900">
              <a:buAutoNum type="arabicPeriod"/>
            </a:pPr>
            <a:r>
              <a:rPr/>
              <a:t>Open the downloaded file and click </a:t>
            </a:r>
            <a:r>
              <a:rPr b="1"/>
              <a:t>Next</a:t>
            </a:r>
            <a:r>
              <a:rPr/>
              <a:t> on every screen — the default options are all fine. Do not change anything unless you know why.</a:t>
            </a:r>
          </a:p>
          <a:p>
            <a:pPr lvl="0" indent="-342900" marL="342900">
              <a:buAutoNum type="arabicPeriod"/>
            </a:pPr>
            <a:r>
              <a:rPr/>
              <a:t>When it finishes, open the </a:t>
            </a:r>
            <a:r>
              <a:rPr b="1"/>
              <a:t>Start Menu</a:t>
            </a:r>
            <a:r>
              <a:rPr/>
              <a:t>, type “Git Bash,” and open it</a:t>
            </a:r>
          </a:p>
          <a:p>
            <a:pPr lvl="0" indent="-342900" marL="342900">
              <a:buAutoNum type="arabicPeriod"/>
            </a:pPr>
            <a:r>
              <a:rPr/>
              <a:t>Type exactly: </a:t>
            </a:r>
            <a:r>
              <a:rPr>
                <a:latin typeface="Courier"/>
              </a:rPr>
              <a:t>git --version</a:t>
            </a:r>
            <a:r>
              <a:rPr/>
              <a:t> and press Enter — a version number should appear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“Git Bash” vs. plain Windows</a:t>
            </a:r>
          </a:p>
          <a:p>
            <a:pPr lvl="0" indent="0" marL="1270000">
              <a:buNone/>
            </a:pPr>
            <a:r>
              <a:rPr sz="2000"/>
              <a:t>The installer adds a program called </a:t>
            </a:r>
            <a:r>
              <a:rPr sz="2000" b="1"/>
              <a:t>Git Bash</a:t>
            </a:r>
            <a:r>
              <a:rPr sz="2000"/>
              <a:t> — a small black window where you can type commands. You will barely use it today, but it’s how you’ll later confirm Git is really installed and working.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2 of 4 · Create Your GitHub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part: Activity Part 2 — create your account.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 Up at github.com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github.com</a:t>
            </a:r>
            <a:r>
              <a:rPr/>
              <a:t> in your browser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Sign up</a:t>
            </a:r>
          </a:p>
          <a:p>
            <a:pPr lvl="0" indent="-342900" marL="342900">
              <a:buAutoNum type="arabicPeriod"/>
            </a:pPr>
            <a:r>
              <a:rPr/>
              <a:t>Use an email you check often — your school email is fine, or a personal one</a:t>
            </a:r>
          </a:p>
          <a:p>
            <a:pPr lvl="0" indent="-342900" marL="342900">
              <a:buAutoNum type="arabicPeriod"/>
            </a:pPr>
            <a:r>
              <a:rPr/>
              <a:t>Choose a </a:t>
            </a:r>
            <a:r>
              <a:rPr b="1"/>
              <a:t>username you wouldn’t mind a future employer seeing</a:t>
            </a:r>
            <a:r>
              <a:rPr/>
              <a:t> — future you will use this professionally</a:t>
            </a:r>
          </a:p>
          <a:p>
            <a:pPr lvl="0" indent="-342900" marL="342900">
              <a:buAutoNum type="arabicPeriod"/>
            </a:pPr>
            <a:r>
              <a:rPr/>
              <a:t>Verify your email when GitHub asks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GitHub is free for what we’re doing. You are not entering payment information anywhere in this process — if a screen asks for a credit card, stop and ask before continuing.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3 of 4 · Install GitHub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part: Activity Part 3 — install and sign in.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Desktop — Both Mac and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desktop.github.com</a:t>
            </a:r>
          </a:p>
          <a:p>
            <a:pPr lvl="0" indent="-342900" marL="342900">
              <a:buAutoNum type="arabicPeriod"/>
            </a:pPr>
            <a:r>
              <a:rPr/>
              <a:t>Click the big </a:t>
            </a:r>
            <a:r>
              <a:rPr b="1"/>
              <a:t>Download</a:t>
            </a:r>
            <a:r>
              <a:rPr/>
              <a:t> button — it detects Mac vs. Windows automatically</a:t>
            </a:r>
          </a:p>
          <a:p>
            <a:pPr lvl="0" indent="-342900" marL="342900">
              <a:buAutoNum type="arabicPeriod"/>
            </a:pPr>
            <a:r>
              <a:rPr/>
              <a:t>Open the downloaded file and install it like any other app (drag to Applications on Mac; run the installer on Windows)</a:t>
            </a:r>
          </a:p>
          <a:p>
            <a:pPr lvl="0" indent="-342900" marL="342900">
              <a:buAutoNum type="arabicPeriod"/>
            </a:pPr>
            <a:r>
              <a:rPr/>
              <a:t>Open </a:t>
            </a:r>
            <a:r>
              <a:rPr b="1"/>
              <a:t>GitHub Desktop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Sign in to GitHub.com</a:t>
            </a:r>
            <a:r>
              <a:rPr/>
              <a:t> and log in with the account you just made</a:t>
            </a:r>
          </a:p>
          <a:p>
            <a:pPr lvl="0" indent="-342900" marL="342900">
              <a:buAutoNum type="arabicPeriod"/>
            </a:pPr>
            <a:r>
              <a:rPr/>
              <a:t>It will ask “Where are your repositories?” — for now, accept the default location it suggests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Why a whole separate app?</a:t>
            </a:r>
          </a:p>
          <a:p>
            <a:pPr lvl="0" indent="0" marL="1270000">
              <a:buNone/>
            </a:pPr>
            <a:r>
              <a:rPr sz="2000"/>
              <a:t>GitHub Desktop turns “commit” and “push” into buttons you click, instead of commands you type. You can graduate to the command line or to R’s built-in Git tools later — this is the on-ramp, not a permanent training-wheel you’ll be stuck with.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Part 4 of 4 · Your First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part: Activity Parts 4–7 — create, commit, and push.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New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 GitHub Desktop, click </a:t>
            </a:r>
            <a:r>
              <a:rPr b="1"/>
              <a:t>File → New Repository</a:t>
            </a:r>
          </a:p>
          <a:p>
            <a:pPr lvl="0" indent="-342900" marL="342900">
              <a:buAutoNum type="arabicPeriod"/>
            </a:pPr>
            <a:r>
              <a:rPr b="1"/>
              <a:t>Name:</a:t>
            </a:r>
            <a:r>
              <a:rPr/>
              <a:t> something clear, like </a:t>
            </a:r>
            <a:r>
              <a:rPr>
                <a:latin typeface="Courier"/>
              </a:rPr>
              <a:t>datasci-coursework</a:t>
            </a:r>
          </a:p>
          <a:p>
            <a:pPr lvl="0" indent="-342900" marL="342900">
              <a:buAutoNum type="arabicPeriod"/>
            </a:pPr>
            <a:r>
              <a:rPr b="1"/>
              <a:t>Local path:</a:t>
            </a:r>
            <a:r>
              <a:rPr/>
              <a:t> click </a:t>
            </a:r>
            <a:r>
              <a:rPr b="1"/>
              <a:t>Choose…</a:t>
            </a:r>
            <a:r>
              <a:rPr/>
              <a:t> and pick a folder you will remember — Desktop or Documents, </a:t>
            </a:r>
            <a:r>
              <a:rPr b="1"/>
              <a:t>not</a:t>
            </a:r>
            <a:r>
              <a:rPr/>
              <a:t> a folder inside OneDrive or Google Drive (see the File System lecture for why)</a:t>
            </a:r>
          </a:p>
          <a:p>
            <a:pPr lvl="0" indent="-342900" marL="342900">
              <a:buAutoNum type="arabicPeriod"/>
            </a:pPr>
            <a:r>
              <a:rPr/>
              <a:t>Check the box </a:t>
            </a:r>
            <a:r>
              <a:rPr b="1"/>
              <a:t>Initialize this repository with a README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Create Repository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repository is just a normal folder on your computer — you can open it in Finder or File Explorer like any other folder. The only difference is that Git is quietly watching everything that happens inside it.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a Change and Commit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the repository folder (GitHub Desktop → </a:t>
            </a:r>
            <a:r>
              <a:rPr b="1"/>
              <a:t>Show in Finder / Explorer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Open </a:t>
            </a:r>
            <a:r>
              <a:rPr>
                <a:latin typeface="Courier"/>
              </a:rPr>
              <a:t>README.md</a:t>
            </a:r>
            <a:r>
              <a:rPr/>
              <a:t> in any text editor and add one sentence, like “This is my data science coursework repo.”</a:t>
            </a:r>
          </a:p>
          <a:p>
            <a:pPr lvl="0" indent="-342900" marL="342900">
              <a:buAutoNum type="arabicPeriod"/>
            </a:pPr>
            <a:r>
              <a:rPr/>
              <a:t>Save the file</a:t>
            </a:r>
          </a:p>
          <a:p>
            <a:pPr lvl="0" indent="-342900" marL="342900">
              <a:buAutoNum type="arabicPeriod"/>
            </a:pPr>
            <a:r>
              <a:rPr/>
              <a:t>Switch back to </a:t>
            </a:r>
            <a:r>
              <a:rPr b="1"/>
              <a:t>GitHub Desktop</a:t>
            </a:r>
            <a:r>
              <a:rPr/>
              <a:t> — your change appears automatically in the left panel</a:t>
            </a:r>
          </a:p>
          <a:p>
            <a:pPr lvl="0" indent="-342900" marL="342900">
              <a:buAutoNum type="arabicPeriod"/>
            </a:pPr>
            <a:r>
              <a:rPr/>
              <a:t>At the bottom left, type a short </a:t>
            </a:r>
            <a:r>
              <a:rPr b="1"/>
              <a:t>summary</a:t>
            </a:r>
            <a:r>
              <a:rPr/>
              <a:t> (e.g. “Add a note to README”) in the box</a:t>
            </a:r>
          </a:p>
          <a:p>
            <a:pPr lvl="0" indent="-342900" marL="342900">
              <a:buAutoNum type="arabicPeriod"/>
            </a:pPr>
            <a:r>
              <a:rPr/>
              <a:t>Click the blue </a:t>
            </a:r>
            <a:r>
              <a:rPr b="1"/>
              <a:t>Commit to main</a:t>
            </a:r>
            <a:r>
              <a:rPr/>
              <a:t> button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Writing good commit summaries</a:t>
            </a:r>
          </a:p>
          <a:p>
            <a:pPr lvl="0" indent="0" marL="1270000">
              <a:buNone/>
            </a:pPr>
            <a:r>
              <a:rPr sz="2000"/>
              <a:t>Write what you </a:t>
            </a:r>
            <a:r>
              <a:rPr sz="2000" i="1"/>
              <a:t>did</a:t>
            </a:r>
            <a:r>
              <a:rPr sz="2000"/>
              <a:t>, in plain English, present tense: “Add leaf cleaning script,” not “stuff” or “updates.” Six months from now, this is the only clue you’ll have about what changed and why.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— Send It to GitHub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After committing, click the button at the top that now says </a:t>
            </a:r>
            <a:r>
              <a:rPr b="1"/>
              <a:t>Push origin</a:t>
            </a:r>
          </a:p>
          <a:p>
            <a:pPr lvl="0" indent="-342900" marL="342900">
              <a:buAutoNum type="arabicPeriod"/>
            </a:pPr>
            <a:r>
              <a:rPr/>
              <a:t>Wait a few seconds for the upload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View on GitHub</a:t>
            </a:r>
            <a:r>
              <a:rPr/>
              <a:t> (or go to github.com and open your repository)</a:t>
            </a:r>
          </a:p>
          <a:p>
            <a:pPr lvl="0" indent="-342900" marL="342900">
              <a:buAutoNum type="arabicPeriod"/>
            </a:pPr>
            <a:r>
              <a:rPr/>
              <a:t>Confirm you can see your README change </a:t>
            </a:r>
            <a:r>
              <a:rPr b="1"/>
              <a:t>on the website</a:t>
            </a:r>
            <a:r>
              <a:rPr/>
              <a:t>, not just on your laptop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 b="1"/>
              <a:t>Commit</a:t>
            </a:r>
            <a:r>
              <a:rPr sz="2000"/>
              <a:t> = save a snapshot on your computer. </a:t>
            </a:r>
            <a:r>
              <a:rPr sz="2000" b="1"/>
              <a:t>Push</a:t>
            </a:r>
            <a:r>
              <a:rPr sz="2000"/>
              <a:t> = copy that snapshot to GitHub online. You need both — a commit that is never pushed only protects you if GitHub Desktop can see your laptop, not if your laptop is lost or damaged.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🛑 Pause — Do Activity Parts 1–7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Git, create your GitHub account, install GitHub Desktop, and create, commit, and push your first repository.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Git</a:t>
            </a:r>
            <a:r>
              <a:rPr/>
              <a:t> = a program that saves numbered snapshots of a folder on your computer</a:t>
            </a:r>
          </a:p>
          <a:p>
            <a:pPr lvl="0"/>
            <a:r>
              <a:rPr b="1"/>
              <a:t>GitHub</a:t>
            </a:r>
            <a:r>
              <a:rPr/>
              <a:t> = a website that stores a copy of those snapshots online</a:t>
            </a:r>
          </a:p>
          <a:p>
            <a:pPr lvl="0"/>
            <a:r>
              <a:rPr b="1"/>
              <a:t>Repository</a:t>
            </a:r>
            <a:r>
              <a:rPr/>
              <a:t> = a normal folder Git is watching</a:t>
            </a:r>
          </a:p>
          <a:p>
            <a:pPr lvl="0"/>
            <a:r>
              <a:rPr b="1"/>
              <a:t>Commit</a:t>
            </a:r>
            <a:r>
              <a:rPr/>
              <a:t> = a saved, labeled snapshot (“save button #2”)</a:t>
            </a:r>
          </a:p>
          <a:p>
            <a:pPr lvl="0"/>
            <a:r>
              <a:rPr b="1"/>
              <a:t>Push</a:t>
            </a:r>
            <a:r>
              <a:rPr/>
              <a:t> = send your commits to GitHub online</a:t>
            </a:r>
          </a:p>
          <a:p>
            <a:pPr lvl="0"/>
            <a:r>
              <a:rPr/>
              <a:t>GitHub Desktop turns all of this into buttons — no typed commands needed yet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Reference:</a:t>
            </a:r>
          </a:p>
          <a:p>
            <a:pPr lvl="0"/>
            <a:r>
              <a:rPr/>
              <a:t>🌐 </a:t>
            </a:r>
            <a:r>
              <a:rPr>
                <a:hlinkClick r:id="rId2"/>
              </a:rPr>
              <a:t>GitHub Desktop documentation</a:t>
            </a:r>
          </a:p>
          <a:p>
            <a:pPr lvl="0"/>
            <a:r>
              <a:rPr/>
              <a:t>🌐 </a:t>
            </a:r>
            <a:r>
              <a:rPr>
                <a:hlinkClick r:id="rId3"/>
              </a:rPr>
              <a:t>Data Carpentry — Version Control with Git</a:t>
            </a:r>
          </a:p>
          <a:p>
            <a:pPr lvl="0" indent="0" marL="0">
              <a:buNone/>
            </a:pPr>
            <a:r>
              <a:rPr b="1"/>
              <a:t>Up next:</a:t>
            </a:r>
          </a:p>
          <a:p>
            <a:pPr lvl="0"/>
            <a:r>
              <a:rPr/>
              <a:t>Using your repository for actual coursework — homework, activities, and eventually your final project, all backed up automatically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— Git and GitHub, From Zero</dc:title>
  <dc:creator>Bill Perry</dc:creator>
  <cp:keywords/>
  <dc:description>Absolute-beginner setup of Git and GitHub on Mac and Windows using GitHub Desktop, ending with your first repository, commit, and push.</dc:description>
  <dcterms:created xsi:type="dcterms:W3CDTF">2026-08-27T20:06:52Z</dcterms:created>
  <dcterms:modified xsi:type="dcterms:W3CDTF">2026-08-27T20:06:52Z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2.5</vt:lpwstr>
  </property>
  <property fmtid="{D5CDD505-2E9C-101B-9397-08002B2CF9AE}" pid="13" name="subtitle">
    <vt:lpwstr>Saving your work so it can never truly be lost</vt:lpwstr>
  </property>
  <property fmtid="{D5CDD505-2E9C-101B-9397-08002B2CF9AE}" pid="14" name="toc-title">
    <vt:lpwstr>Table of contents</vt:lpwstr>
  </property>
  <property fmtid="{D5CDD505-2E9C-101B-9397-08002B2CF9AE}" pid="15" name="type">
    <vt:lpwstr>lecture</vt:lpwstr>
  </property>
  <property fmtid="{D5CDD505-2E9C-101B-9397-08002B2CF9AE}" pid="16" name="week">
    <vt:lpwstr>1</vt:lpwstr>
  </property>
</Properties>
</file>