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 — 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 (Lecture 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/>
              <a:t> — collapsed a 53-column wide file into tidy long data R can actually work with</a:t>
            </a:r>
          </a:p>
          <a:p>
            <a:pPr lvl="0"/>
            <a:r>
              <a:rPr b="1">
                <a:latin typeface="Courier"/>
              </a:rPr>
              <a:t>pivot_wider()</a:t>
            </a:r>
            <a:r>
              <a:rPr/>
              <a:t> — turned long data back into a human-readable summary table</a:t>
            </a:r>
          </a:p>
          <a:p>
            <a:pPr lvl="0"/>
            <a:r>
              <a:rPr b="1"/>
              <a:t>Date wrangling</a:t>
            </a:r>
            <a:r>
              <a:rPr/>
              <a:t> — ice seasons cross the new year;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 fixed the calendar</a:t>
            </a:r>
          </a:p>
          <a:p>
            <a:pPr lvl="0"/>
            <a:r>
              <a:rPr b="1">
                <a:latin typeface="Courier"/>
              </a:rPr>
              <a:t>slice_max()</a:t>
            </a:r>
            <a:r>
              <a:rPr/>
              <a:t> — pulled the peak ice-cover day from each year</a:t>
            </a:r>
          </a:p>
          <a:p>
            <a:pPr lvl="0"/>
            <a:r>
              <a:rPr b="1">
                <a:latin typeface="Courier"/>
              </a:rPr>
              <a:t>lm()</a:t>
            </a:r>
            <a:r>
              <a:rPr/>
              <a:t> again — modeled whether annual maximum ice cover on Lake Superior is declining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Lake Superior ice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own! That you will clean and analyze!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that no one has done before - no example data and code examples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 or</a:t>
            </a:r>
            <a:r>
              <a:rPr/>
              <a:t>-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 - Does Lake Erie lose more ice per decade than Lake Superior? - Which lake shows the strongest trend in maximum ice cover? - 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 - </a:t>
                      </a:r>
                      <a:r>
                        <a:rPr b="1"/>
                        <a:t>MAYBE!!!!!!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are not learning new tools for the final project. You are applying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  <a:r>
              <a:rPr/>
              <a:t> - Try Google Dataset Search first: </a:t>
            </a:r>
            <a:r>
              <a:rPr>
                <a:latin typeface="Courier"/>
              </a:rPr>
              <a:t>datasetsearch.research.google.com</a:t>
            </a:r>
            <a:r>
              <a:rPr/>
              <a:t> - Search for a topic you’re already interested in + the word “data” or “csv” - 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  <a:r>
              <a:rPr/>
              <a:t> - Messy is fine for this course — cleaning is the first two milestones - 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 - 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  <a:r>
              <a:rPr/>
              <a:t> - Start with the variables: what is numeric? What is categorical? - Ask: “what would I predict, before looking at the data?” - 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  <a:r>
              <a:rPr/>
              <a:t> - You need at least one X and one Y — two columns </a:t>
            </a:r>
            <a:r>
              <a:rPr i="1"/>
              <a:t>can</a:t>
            </a:r>
            <a:r>
              <a:rPr/>
              <a:t> be enough for regression - 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  <a:r>
              <a:rPr/>
              <a:t> - Submit M1 anyway — describe what you’ve done so far - 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  <a:r>
              <a:rPr/>
              <a:t> - Many analyses none of which are interpreted - A significant p-value with no plot showing the actual effect - 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That’s it. Not complexity. Not novelty. </a:t>
            </a:r>
            <a:r>
              <a:rPr b="1"/>
              <a:t>Clarity +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— Your Final Project Starts Now</dc:title>
  <dc:creator>Bill Perry</dc:creator>
  <cp:keywords/>
  <dcterms:created xsi:type="dcterms:W3CDTF">2026-06-30T20:47:48Z</dcterms:created>
  <dcterms:modified xsi:type="dcterms:W3CDTF">2026-06-30T20:47:48Z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2026-06-30</vt:lpwstr>
  </property>
  <property fmtid="{D5CDD505-2E9C-101B-9397-08002B2CF9AE}" pid="6" name="editor">
    <vt:lpwstr>visual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Finding real data, asking a real question, and building toward a real answer</vt:lpwstr>
  </property>
  <property fmtid="{D5CDD505-2E9C-101B-9397-08002B2CF9AE}" pid="14" name="toc-title">
    <vt:lpwstr>Table of contents</vt:lpwstr>
  </property>
</Properties>
</file>